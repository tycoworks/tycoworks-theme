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14.xml"/>
  <Override ContentType="application/vnd.openxmlformats-officedocument.presentationml.notesSlide+xml" PartName="/ppt/notesSlides/notesSlide1.xml"/>
  <Override ContentType="application/vnd.openxmlformats-officedocument.presentationml.notesSlide+xml" PartName="/ppt/notesSlides/notesSlide10.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2.xml"/>
  <Override ContentType="application/vnd.openxmlformats-officedocument.presentationml.notesSlide+xml" PartName="/ppt/notesSlides/notesSlide4.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18.xml"/>
  <Override ContentType="application/vnd.openxmlformats-officedocument.presentationml.notesSlide+xml" PartName="/ppt/notesSlides/notesSlide3.xml"/>
  <Override ContentType="application/vnd.openxmlformats-officedocument.presentationml.notesSlide+xml" PartName="/ppt/notesSlides/notesSlide15.xml"/>
  <Override ContentType="application/vnd.openxmlformats-officedocument.presentationml.notesSlide+xml" PartName="/ppt/notesSlides/notesSlide13.xml"/>
  <Override ContentType="application/vnd.openxmlformats-officedocument.presentationml.notesSlide+xml" PartName="/ppt/notesSlides/notesSlide7.xml"/>
  <Override ContentType="application/vnd.openxmlformats-officedocument.presentationml.tableStyles+xml" PartName="/ppt/tableStyles.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2.xml"/>
  <Override ContentType="application/vnd.openxmlformats-officedocument.presentationml.slideLayout+xml" PartName="/ppt/slideLayouts/slideLayout5.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33.xml"/>
  <Override ContentType="application/vnd.openxmlformats-officedocument.presentationml.slideLayout+xml" PartName="/ppt/slideLayouts/slideLayout17.xml"/>
  <Override ContentType="application/vnd.openxmlformats-officedocument.presentationml.slideLayout+xml" PartName="/ppt/slideLayouts/slideLayout4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27.xml"/>
  <Override ContentType="application/vnd.openxmlformats-officedocument.presentationml.slideLayout+xml" PartName="/ppt/slideLayouts/slideLayout45.xml"/>
  <Override ContentType="application/vnd.openxmlformats-officedocument.presentationml.slideMaster+xml" PartName="/ppt/slideMasters/slideMaster1.xml"/>
  <Override ContentType="application/vnd.openxmlformats-officedocument.presentationml.slide+xml" PartName="/ppt/slides/slide15.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9.xml"/>
  <Override ContentType="application/vnd.openxmlformats-officedocument.presentationml.slide+xml" PartName="/ppt/slides/slide11.xml"/>
  <Override ContentType="application/vnd.openxmlformats-officedocument.presentationml.slide+xml" PartName="/ppt/slides/slide7.xml"/>
  <Override ContentType="application/vnd.openxmlformats-officedocument.presentationml.slide+xml" PartName="/ppt/slides/slide13.xml"/>
  <Override ContentType="application/vnd.openxmlformats-officedocument.presentationml.slide+xml" PartName="/ppt/slides/slide3.xml"/>
  <Override ContentType="application/vnd.openxmlformats-officedocument.presentationml.slide+xml" PartName="/ppt/slides/slide10.xml"/>
  <Override ContentType="application/vnd.openxmlformats-officedocument.presentationml.slide+xml" PartName="/ppt/slides/slide18.xml"/>
  <Override ContentType="application/vnd.openxmlformats-officedocument.presentationml.slide+xml" PartName="/ppt/slides/slide16.xml"/>
  <Override ContentType="application/vnd.openxmlformats-officedocument.presentationml.slide+xml" PartName="/ppt/slides/slide1.xml"/>
  <Override ContentType="application/vnd.openxmlformats-officedocument.presentationml.slide+xml" PartName="/ppt/slides/slide17.xml"/>
  <Override ContentType="application/vnd.openxmlformats-officedocument.presentationml.slide+xml" PartName="/ppt/slides/slide12.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702" r:id="rId4"/>
  </p:sldMasterIdLst>
  <p:notesMasterIdLst>
    <p:notesMasterId r:id="rId5"/>
  </p:notesMasterIdLst>
  <p:sldIdLst>
    <p:sldId id="256" r:id="rId6"/>
    <p:sldId id="257" r:id="rId8"/>
    <p:sldId id="258" r:id="rId11"/>
    <p:sldId id="259" r:id="rId16"/>
    <p:sldId id="260" r:id="rId20"/>
    <p:sldId id="261" r:id="rId22"/>
    <p:sldId id="262" r:id="rId28"/>
    <p:sldId id="263" r:id="rId36"/>
    <p:sldId id="264" r:id="rId42"/>
    <p:sldId id="265" r:id="rId44"/>
    <p:sldId id="266" r:id="rId46"/>
    <p:sldId id="267" r:id="rId50"/>
    <p:sldId id="268" r:id="rId54"/>
    <p:sldId id="269" r:id="rId56"/>
    <p:sldId id="270" r:id="rId57"/>
    <p:sldId id="271" r:id="rId60"/>
    <p:sldId id="272" r:id="rId68"/>
    <p:sldId id="273" r:id="rId69"/>
  </p:sldIdLst>
  <p:sldSz cy="5143500" cx="9144000"/>
  <p:notesSz cx="6858000" cy="9144000"/>
  <p:embeddedFontLst>
    <p:embeddedFont>
      <p:font typeface="Fira Code Light"/>
      <p:regular r:id="rId80"/>
      <p:bold r:id="rId81"/>
    </p:embeddedFont>
    <p:embeddedFont>
      <p:font typeface="Inter SemiBold"/>
      <p:regular r:id="rId82"/>
      <p:bold r:id="rId83"/>
      <p:italic r:id="rId84"/>
      <p:boldItalic r:id="rId85"/>
    </p:embeddedFont>
    <p:embeddedFont>
      <p:font typeface="Inter"/>
      <p:regular r:id="rId86"/>
      <p:bold r:id="rId87"/>
      <p:italic r:id="rId88"/>
      <p:boldItalic r:id="rId89"/>
    </p:embeddedFont>
    <p:embeddedFont>
      <p:font typeface="Fira Code"/>
      <p:regular r:id="rId94"/>
      <p:bold r:id="rId95"/>
    </p:embeddedFont>
    <p:embeddedFont>
      <p:font typeface="Inter Medium"/>
      <p:regular r:id="rId96"/>
      <p:bold r:id="rId97"/>
      <p:italic r:id="rId98"/>
      <p:boldItalic r:id="rId9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D8B079-4B57-4066-A3C3-005C280EA072}">
  <a:tblStyle styleId="{4BD8B079-4B57-4066-A3C3-005C280EA07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2" Type="http://schemas.openxmlformats.org/officeDocument/2006/relationships/slide" Target="slides/slide9.xml"/><Relationship Id="rId44" Type="http://schemas.openxmlformats.org/officeDocument/2006/relationships/slide" Target="slides/slide10.xml"/><Relationship Id="rId46" Type="http://schemas.openxmlformats.org/officeDocument/2006/relationships/slide" Target="slides/slide11.xml"/><Relationship Id="rId36" Type="http://schemas.openxmlformats.org/officeDocument/2006/relationships/slide" Target="slides/slide8.xml"/><Relationship Id="rId20" Type="http://schemas.openxmlformats.org/officeDocument/2006/relationships/slide" Target="slides/slide5.xml"/><Relationship Id="rId22" Type="http://schemas.openxmlformats.org/officeDocument/2006/relationships/slide" Target="slides/slide6.xml"/><Relationship Id="rId28" Type="http://schemas.openxmlformats.org/officeDocument/2006/relationships/slide" Target="slides/slide7.xml"/><Relationship Id="rId95" Type="http://schemas.openxmlformats.org/officeDocument/2006/relationships/font" Target="fonts/FiraCode-bold.fntdata"/><Relationship Id="rId94" Type="http://schemas.openxmlformats.org/officeDocument/2006/relationships/font" Target="fonts/FiraCode-regular.fntdata"/><Relationship Id="rId97" Type="http://schemas.openxmlformats.org/officeDocument/2006/relationships/font" Target="fonts/InterMedium-bold.fntdata"/><Relationship Id="rId96" Type="http://schemas.openxmlformats.org/officeDocument/2006/relationships/font" Target="fonts/InterMedium-regular.fntdata"/><Relationship Id="rId11" Type="http://schemas.openxmlformats.org/officeDocument/2006/relationships/slide" Target="slides/slide3.xml"/><Relationship Id="rId99" Type="http://schemas.openxmlformats.org/officeDocument/2006/relationships/font" Target="fonts/InterMedium-boldItalic.fntdata"/><Relationship Id="rId98" Type="http://schemas.openxmlformats.org/officeDocument/2006/relationships/font" Target="fonts/InterMedium-italic.fntdata"/><Relationship Id="rId16" Type="http://schemas.openxmlformats.org/officeDocument/2006/relationships/slide" Target="slides/slide4.xml"/><Relationship Id="rId84" Type="http://schemas.openxmlformats.org/officeDocument/2006/relationships/font" Target="fonts/InterSemiBold-italic.fntdata"/><Relationship Id="rId83" Type="http://schemas.openxmlformats.org/officeDocument/2006/relationships/font" Target="fonts/InterSemiBold-bold.fntdata"/><Relationship Id="rId86" Type="http://schemas.openxmlformats.org/officeDocument/2006/relationships/font" Target="fonts/Inter-regular.fntdata"/><Relationship Id="rId85" Type="http://schemas.openxmlformats.org/officeDocument/2006/relationships/font" Target="fonts/InterSemiBold-boldItalic.fntdata"/><Relationship Id="rId88" Type="http://schemas.openxmlformats.org/officeDocument/2006/relationships/font" Target="fonts/Inter-italic.fntdata"/><Relationship Id="rId87" Type="http://schemas.openxmlformats.org/officeDocument/2006/relationships/font" Target="fonts/Inter-bold.fntdata"/><Relationship Id="rId89" Type="http://schemas.openxmlformats.org/officeDocument/2006/relationships/font" Target="fonts/Inter-boldItalic.fntdata"/><Relationship Id="rId80" Type="http://schemas.openxmlformats.org/officeDocument/2006/relationships/font" Target="fonts/FiraCodeLight-regular.fntdata"/><Relationship Id="rId82" Type="http://schemas.openxmlformats.org/officeDocument/2006/relationships/font" Target="fonts/InterSemiBold-regular.fntdata"/><Relationship Id="rId81" Type="http://schemas.openxmlformats.org/officeDocument/2006/relationships/font" Target="fonts/FiraCodeLight-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68" Type="http://schemas.openxmlformats.org/officeDocument/2006/relationships/slide" Target="slides/slide17.xml"/><Relationship Id="rId60" Type="http://schemas.openxmlformats.org/officeDocument/2006/relationships/slide" Target="slides/slide16.xml"/><Relationship Id="rId69" Type="http://schemas.openxmlformats.org/officeDocument/2006/relationships/slide" Target="slides/slide18.xml"/><Relationship Id="rId50" Type="http://schemas.openxmlformats.org/officeDocument/2006/relationships/slide" Target="slides/slide12.xml"/><Relationship Id="rId54" Type="http://schemas.openxmlformats.org/officeDocument/2006/relationships/slide" Target="slides/slide13.xml"/><Relationship Id="rId57" Type="http://schemas.openxmlformats.org/officeDocument/2006/relationships/slide" Target="slides/slide15.xml"/><Relationship Id="rId56"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3813cea722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1" name="Google Shape;481;g3813cea722f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g38ec0274a5d_0_5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4" name="Google Shape;494;g38ec0274a5d_0_5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3826a15911a_0_2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3826a15911a_0_2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8ce3d0a4e1_1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8ce3d0a4e1_1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38ce3d0a4e1_2_3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38ce3d0a4e1_2_3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g38ec0274a5d_0_3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8" name="Google Shape;618;g38ec0274a5d_0_3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8ce3d0a4e1_2_4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1" name="Google Shape;681;g38ce3d0a4e1_2_4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g3838513eaec_1_5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5" name="Google Shape;775;g3838513eaec_1_5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g38ce3d0a4e1_2_5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0" name="Google Shape;850;g38ce3d0a4e1_2_5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38ce3d0a4e1_2_5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38ce3d0a4e1_2_5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0" name="Shape 880"/>
        <p:cNvGrpSpPr/>
        <p:nvPr/>
      </p:nvGrpSpPr>
      <p:grpSpPr>
        <a:xfrm>
          <a:off x="0" y="0"/>
          <a:ext cx="0" cy="0"/>
          <a:chOff x="0" y="0"/>
          <a:chExt cx="0" cy="0"/>
        </a:xfrm>
      </p:grpSpPr>
      <p:sp>
        <p:nvSpPr>
          <p:cNvPr id="881" name="Google Shape;881;g3eb3adbafe9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2" name="Google Shape;882;g3eb3adbafe9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6" name="Shape 916"/>
        <p:cNvGrpSpPr/>
        <p:nvPr/>
      </p:nvGrpSpPr>
      <p:grpSpPr>
        <a:xfrm>
          <a:off x="0" y="0"/>
          <a:ext cx="0" cy="0"/>
          <a:chOff x="0" y="0"/>
          <a:chExt cx="0" cy="0"/>
        </a:xfrm>
      </p:grpSpPr>
      <p:sp>
        <p:nvSpPr>
          <p:cNvPr id="917" name="Google Shape;917;g38ec0274a5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8" name="Google Shape;918;g38ec0274a5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 name="Shape 957"/>
        <p:cNvGrpSpPr/>
        <p:nvPr/>
      </p:nvGrpSpPr>
      <p:grpSpPr>
        <a:xfrm>
          <a:off x="0" y="0"/>
          <a:ext cx="0" cy="0"/>
          <a:chOff x="0" y="0"/>
          <a:chExt cx="0" cy="0"/>
        </a:xfrm>
      </p:grpSpPr>
      <p:sp>
        <p:nvSpPr>
          <p:cNvPr id="958" name="Google Shape;958;g38ce3d0a4e1_3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9" name="Google Shape;959;g38ce3d0a4e1_3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3874cf56978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3874cf56978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b3adbafe9_0_4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3eb3adbafe9_0_4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8ce3d0a4e1_3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8ce3d0a4e1_3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3" name="Shape 1153"/>
        <p:cNvGrpSpPr/>
        <p:nvPr/>
      </p:nvGrpSpPr>
      <p:grpSpPr>
        <a:xfrm>
          <a:off x="0" y="0"/>
          <a:ext cx="0" cy="0"/>
          <a:chOff x="0" y="0"/>
          <a:chExt cx="0" cy="0"/>
        </a:xfrm>
      </p:grpSpPr>
      <p:sp>
        <p:nvSpPr>
          <p:cNvPr id="1154" name="Google Shape;1154;g36fa0a59d1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5" name="Google Shape;1155;g36fa0a59d1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0" name="Shape 1160"/>
        <p:cNvGrpSpPr/>
        <p:nvPr/>
      </p:nvGrpSpPr>
      <p:grpSpPr>
        <a:xfrm>
          <a:off x="0" y="0"/>
          <a:ext cx="0" cy="0"/>
          <a:chOff x="0" y="0"/>
          <a:chExt cx="0" cy="0"/>
        </a:xfrm>
      </p:grpSpPr>
      <p:sp>
        <p:nvSpPr>
          <p:cNvPr id="1161" name="Google Shape;1161;g3eb3adbafe9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2" name="Google Shape;1162;g3eb3adbafe9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2w.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2w.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9" name="Shape 9"/>
        <p:cNvGrpSpPr/>
        <p:nvPr/>
      </p:nvGrpSpPr>
      <p:grpSpPr>
        <a:xfrm>
          <a:off x="0" y="0"/>
          <a:ext cx="0" cy="0"/>
          <a:chOff x="0" y="0"/>
          <a:chExt cx="0" cy="0"/>
        </a:xfrm>
      </p:grpSpPr>
      <p:sp>
        <p:nvSpPr>
          <p:cNvPr id="10" name="Google Shape;10;p2"/>
          <p:cNvSpPr txBox="1"/>
          <p:nvPr>
            <p:ph type="ctrTitle"/>
          </p:nvPr>
        </p:nvSpPr>
        <p:spPr>
          <a:xfrm>
            <a:off x="457200" y="744575"/>
            <a:ext cx="8229600" cy="2135700"/>
          </a:xfrm>
          <a:prstGeom prst="rect">
            <a:avLst/>
          </a:prstGeom>
        </p:spPr>
        <p:txBody>
          <a:bodyPr anchorCtr="0" anchor="b" bIns="0" lIns="0" spcFirstLastPara="1" rIns="0" wrap="square" tIns="0">
            <a:normAutofit/>
          </a:bodyPr>
          <a:lstStyle>
            <a:lvl1pPr lvl="0">
              <a:spcBef>
                <a:spcPts val="0"/>
              </a:spcBef>
              <a:spcAft>
                <a:spcPts val="0"/>
              </a:spcAft>
              <a:buSzPts val="4000"/>
              <a:buNone/>
              <a:defRPr sz="4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457200" y="3108875"/>
            <a:ext cx="8229600" cy="1581900"/>
          </a:xfrm>
          <a:prstGeom prst="rect">
            <a:avLst/>
          </a:prstGeom>
        </p:spPr>
        <p:txBody>
          <a:bodyPr anchorCtr="0" anchor="t" bIns="0" lIns="0" spcFirstLastPara="1" rIns="0" wrap="square" tIns="0">
            <a:normAutofit/>
          </a:bodyPr>
          <a:lstStyle>
            <a:lvl1pPr lvl="0">
              <a:lnSpc>
                <a:spcPct val="100000"/>
              </a:lnSpc>
              <a:spcBef>
                <a:spcPts val="0"/>
              </a:spcBef>
              <a:spcAft>
                <a:spcPts val="0"/>
              </a:spcAft>
              <a:buSzPts val="2000"/>
              <a:buNone/>
              <a:defRPr sz="20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147304" y="4690872"/>
            <a:ext cx="5394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3" name="Google Shape;13;p2" title="logo_wordmark.png"/>
          <p:cNvPicPr preferRelativeResize="0"/>
          <p:nvPr/>
        </p:nvPicPr>
        <p:blipFill>
          <a:blip r:embed="rId3">
            <a:alphaModFix/>
          </a:blip>
          <a:stretch>
            <a:fillRect/>
          </a:stretch>
        </p:blipFill>
        <p:spPr>
          <a:xfrm>
            <a:off x="457200" y="533400"/>
            <a:ext cx="1399025" cy="304677"/>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 Dark" type="secHead">
  <p:cSld name="SECTION_HEADER">
    <p:bg>
      <p:bgPr>
        <a:blipFill>
          <a:blip r:embed="rId2">
            <a:alphaModFix/>
          </a:blip>
          <a:stretch>
            <a:fillRect/>
          </a:stretch>
        </a:blipFill>
      </p:bgPr>
    </p:bg>
    <p:spTree>
      <p:nvGrpSpPr>
        <p:cNvPr id="14" name="Shape 14"/>
        <p:cNvGrpSpPr/>
        <p:nvPr/>
      </p:nvGrpSpPr>
      <p:grpSpPr>
        <a:xfrm>
          <a:off x="0" y="0"/>
          <a:ext cx="0" cy="0"/>
          <a:chOff x="0" y="0"/>
          <a:chExt cx="0" cy="0"/>
        </a:xfrm>
      </p:grpSpPr>
      <p:sp>
        <p:nvSpPr>
          <p:cNvPr id="15" name="Google Shape;15;p3"/>
          <p:cNvSpPr txBox="1"/>
          <p:nvPr>
            <p:ph type="title"/>
          </p:nvPr>
        </p:nvSpPr>
        <p:spPr>
          <a:xfrm>
            <a:off x="1156800" y="1363200"/>
            <a:ext cx="6830400" cy="2112300"/>
          </a:xfrm>
          <a:prstGeom prst="rect">
            <a:avLst/>
          </a:prstGeom>
        </p:spPr>
        <p:txBody>
          <a:bodyPr anchorCtr="0" anchor="ctr" bIns="0" lIns="0" spcFirstLastPara="1" rIns="0" wrap="square" tIns="0">
            <a:normAutofit/>
          </a:bodyPr>
          <a:lstStyle>
            <a:lvl1pPr lvl="0" algn="ctr">
              <a:spcBef>
                <a:spcPts val="0"/>
              </a:spcBef>
              <a:spcAft>
                <a:spcPts val="0"/>
              </a:spcAft>
              <a:buSzPts val="3200"/>
              <a:buNone/>
              <a:defRPr sz="3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id="16" name="Google Shape;16;p3"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17" name="Google Shape;17;p3"/>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8" name="Google Shape;18;p3"/>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chemeClr val="lt2"/>
                </a:solidFill>
                <a:latin typeface="Inter"/>
                <a:ea typeface="Inter"/>
                <a:cs typeface="Inter"/>
                <a:sym typeface="Inter"/>
              </a:rPr>
              <a:t>Copyright © 2026 tycoworks. All Rights Reserved.</a:t>
            </a:r>
            <a:endParaRPr sz="600">
              <a:solidFill>
                <a:schemeClr val="lt2"/>
              </a:solidFill>
              <a:latin typeface="Inter"/>
              <a:ea typeface="Inter"/>
              <a:cs typeface="Inter"/>
              <a:sym typeface="Inte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Light">
  <p:cSld name="TITLE_AND_BODY_2">
    <p:bg>
      <p:bgPr>
        <a:solidFill>
          <a:schemeClr val="dk1"/>
        </a:solidFill>
      </p:bgPr>
    </p:bg>
    <p:spTree>
      <p:nvGrpSpPr>
        <p:cNvPr id="31" name="Shape 31"/>
        <p:cNvGrpSpPr/>
        <p:nvPr/>
      </p:nvGrpSpPr>
      <p:grpSpPr>
        <a:xfrm>
          <a:off x="0" y="0"/>
          <a:ext cx="0" cy="0"/>
          <a:chOff x="0" y="0"/>
          <a:chExt cx="0" cy="0"/>
        </a:xfrm>
      </p:grpSpPr>
      <p:sp>
        <p:nvSpPr>
          <p:cNvPr id="32" name="Google Shape;32;p6"/>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3" name="Google Shape;33;p6"/>
          <p:cNvSpPr txBox="1"/>
          <p:nvPr>
            <p:ph idx="1" type="body"/>
          </p:nvPr>
        </p:nvSpPr>
        <p:spPr>
          <a:xfrm>
            <a:off x="457200" y="1152475"/>
            <a:ext cx="82296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34" name="Google Shape;34;p6"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35" name="Google Shape;35;p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6" name="Google Shape;36;p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 Light">
  <p:cSld name="TITLE_AND_TWO_COLUMNS_4">
    <p:bg>
      <p:bgPr>
        <a:solidFill>
          <a:schemeClr val="dk1"/>
        </a:solidFill>
      </p:bgPr>
    </p:bg>
    <p:spTree>
      <p:nvGrpSpPr>
        <p:cNvPr id="58" name="Shape 58"/>
        <p:cNvGrpSpPr/>
        <p:nvPr/>
      </p:nvGrpSpPr>
      <p:grpSpPr>
        <a:xfrm>
          <a:off x="0" y="0"/>
          <a:ext cx="0" cy="0"/>
          <a:chOff x="0" y="0"/>
          <a:chExt cx="0" cy="0"/>
        </a:xfrm>
      </p:grpSpPr>
      <p:sp>
        <p:nvSpPr>
          <p:cNvPr id="59" name="Google Shape;59;p10"/>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60" name="Google Shape;60;p10"/>
          <p:cNvSpPr txBox="1"/>
          <p:nvPr>
            <p:ph idx="1" type="body"/>
          </p:nvPr>
        </p:nvSpPr>
        <p:spPr>
          <a:xfrm>
            <a:off x="457200" y="1152475"/>
            <a:ext cx="40326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sp>
        <p:nvSpPr>
          <p:cNvPr id="61" name="Google Shape;61;p10"/>
          <p:cNvSpPr txBox="1"/>
          <p:nvPr>
            <p:ph idx="2" type="body"/>
          </p:nvPr>
        </p:nvSpPr>
        <p:spPr>
          <a:xfrm>
            <a:off x="4654300" y="1152475"/>
            <a:ext cx="40326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pic>
        <p:nvPicPr>
          <p:cNvPr id="62" name="Google Shape;62;p10"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63" name="Google Shape;63;p1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64" name="Google Shape;64;p1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with icons - Light">
  <p:cSld name="TITLE_AND_TWO_COLUMNS_3_1">
    <p:bg>
      <p:bgPr>
        <a:solidFill>
          <a:schemeClr val="dk1"/>
        </a:solidFill>
      </p:bgPr>
    </p:bg>
    <p:spTree>
      <p:nvGrpSpPr>
        <p:cNvPr id="72" name="Shape 72"/>
        <p:cNvGrpSpPr/>
        <p:nvPr/>
      </p:nvGrpSpPr>
      <p:grpSpPr>
        <a:xfrm>
          <a:off x="0" y="0"/>
          <a:ext cx="0" cy="0"/>
          <a:chOff x="0" y="0"/>
          <a:chExt cx="0" cy="0"/>
        </a:xfrm>
      </p:grpSpPr>
      <p:sp>
        <p:nvSpPr>
          <p:cNvPr id="73" name="Google Shape;73;p12"/>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74" name="Google Shape;74;p12"/>
          <p:cNvSpPr txBox="1"/>
          <p:nvPr>
            <p:ph idx="1" type="body"/>
          </p:nvPr>
        </p:nvSpPr>
        <p:spPr>
          <a:xfrm>
            <a:off x="841250" y="1243575"/>
            <a:ext cx="3648600" cy="3447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75" name="Google Shape;75;p12"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76" name="Google Shape;76;p12"/>
          <p:cNvSpPr txBox="1"/>
          <p:nvPr>
            <p:ph idx="2" type="body"/>
          </p:nvPr>
        </p:nvSpPr>
        <p:spPr>
          <a:xfrm>
            <a:off x="5038100" y="1243575"/>
            <a:ext cx="3648600" cy="34473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sp>
        <p:nvSpPr>
          <p:cNvPr id="77" name="Google Shape;77;p1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78" name="Google Shape;78;p12"/>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lumns - Light">
  <p:cSld name="TITLE_AND_TWO_COLUMNS_1_3">
    <p:bg>
      <p:bgPr>
        <a:solidFill>
          <a:schemeClr val="dk1"/>
        </a:solidFill>
      </p:bgPr>
    </p:bg>
    <p:spTree>
      <p:nvGrpSpPr>
        <p:cNvPr id="123" name="Shape 123"/>
        <p:cNvGrpSpPr/>
        <p:nvPr/>
      </p:nvGrpSpPr>
      <p:grpSpPr>
        <a:xfrm>
          <a:off x="0" y="0"/>
          <a:ext cx="0" cy="0"/>
          <a:chOff x="0" y="0"/>
          <a:chExt cx="0" cy="0"/>
        </a:xfrm>
      </p:grpSpPr>
      <p:sp>
        <p:nvSpPr>
          <p:cNvPr id="124" name="Google Shape;124;p18"/>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125" name="Google Shape;125;p18"/>
          <p:cNvSpPr txBox="1"/>
          <p:nvPr>
            <p:ph idx="1" type="body"/>
          </p:nvPr>
        </p:nvSpPr>
        <p:spPr>
          <a:xfrm>
            <a:off x="457200" y="1152475"/>
            <a:ext cx="2633400" cy="35385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sp>
        <p:nvSpPr>
          <p:cNvPr id="126" name="Google Shape;126;p18"/>
          <p:cNvSpPr txBox="1"/>
          <p:nvPr>
            <p:ph idx="2" type="body"/>
          </p:nvPr>
        </p:nvSpPr>
        <p:spPr>
          <a:xfrm>
            <a:off x="3255300" y="1152475"/>
            <a:ext cx="26334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sp>
        <p:nvSpPr>
          <p:cNvPr id="127" name="Google Shape;127;p18"/>
          <p:cNvSpPr txBox="1"/>
          <p:nvPr>
            <p:ph idx="3" type="body"/>
          </p:nvPr>
        </p:nvSpPr>
        <p:spPr>
          <a:xfrm>
            <a:off x="6053400" y="1152475"/>
            <a:ext cx="2633400" cy="3538500"/>
          </a:xfrm>
          <a:prstGeom prst="rect">
            <a:avLst/>
          </a:prstGeom>
        </p:spPr>
        <p:txBody>
          <a:bodyPr anchorCtr="0" anchor="t" bIns="0" lIns="0" spcFirstLastPara="1" rIns="0" wrap="square" tIns="0">
            <a:spAutoFit/>
          </a:bodyPr>
          <a:lstStyle>
            <a:lvl1pPr indent="-304800" lvl="0" marL="457200" rtl="0">
              <a:spcBef>
                <a:spcPts val="0"/>
              </a:spcBef>
              <a:spcAft>
                <a:spcPts val="0"/>
              </a:spcAft>
              <a:buClr>
                <a:schemeClr val="dk2"/>
              </a:buClr>
              <a:buSzPts val="1200"/>
              <a:buChar char="●"/>
              <a:defRPr>
                <a:solidFill>
                  <a:schemeClr val="lt1"/>
                </a:solidFill>
              </a:defRPr>
            </a:lvl1pPr>
            <a:lvl2pPr indent="-304800" lvl="1" marL="914400" rtl="0">
              <a:spcBef>
                <a:spcPts val="0"/>
              </a:spcBef>
              <a:spcAft>
                <a:spcPts val="0"/>
              </a:spcAft>
              <a:buClr>
                <a:schemeClr val="dk2"/>
              </a:buClr>
              <a:buSzPts val="1200"/>
              <a:buChar char="○"/>
              <a:defRPr>
                <a:solidFill>
                  <a:schemeClr val="lt1"/>
                </a:solidFill>
              </a:defRPr>
            </a:lvl2pPr>
            <a:lvl3pPr indent="-304800" lvl="2" marL="1371600" rtl="0">
              <a:spcBef>
                <a:spcPts val="0"/>
              </a:spcBef>
              <a:spcAft>
                <a:spcPts val="0"/>
              </a:spcAft>
              <a:buClr>
                <a:schemeClr val="dk2"/>
              </a:buClr>
              <a:buSzPts val="1200"/>
              <a:buChar char="■"/>
              <a:defRPr>
                <a:solidFill>
                  <a:schemeClr val="lt1"/>
                </a:solidFill>
              </a:defRPr>
            </a:lvl3pPr>
            <a:lvl4pPr indent="-304800" lvl="3" marL="1828800" rtl="0">
              <a:spcBef>
                <a:spcPts val="0"/>
              </a:spcBef>
              <a:spcAft>
                <a:spcPts val="0"/>
              </a:spcAft>
              <a:buClr>
                <a:schemeClr val="dk2"/>
              </a:buClr>
              <a:buSzPts val="1200"/>
              <a:buChar char="●"/>
              <a:defRPr>
                <a:solidFill>
                  <a:schemeClr val="lt1"/>
                </a:solidFill>
              </a:defRPr>
            </a:lvl4pPr>
            <a:lvl5pPr indent="-304800" lvl="4" marL="2286000" rtl="0">
              <a:spcBef>
                <a:spcPts val="0"/>
              </a:spcBef>
              <a:spcAft>
                <a:spcPts val="0"/>
              </a:spcAft>
              <a:buClr>
                <a:schemeClr val="dk2"/>
              </a:buClr>
              <a:buSzPts val="1200"/>
              <a:buChar char="○"/>
              <a:defRPr>
                <a:solidFill>
                  <a:schemeClr val="lt1"/>
                </a:solidFill>
              </a:defRPr>
            </a:lvl5pPr>
            <a:lvl6pPr indent="-304800" lvl="5" marL="2743200" rtl="0">
              <a:spcBef>
                <a:spcPts val="0"/>
              </a:spcBef>
              <a:spcAft>
                <a:spcPts val="0"/>
              </a:spcAft>
              <a:buClr>
                <a:schemeClr val="dk2"/>
              </a:buClr>
              <a:buSzPts val="1200"/>
              <a:buChar char="■"/>
              <a:defRPr>
                <a:solidFill>
                  <a:schemeClr val="lt1"/>
                </a:solidFill>
              </a:defRPr>
            </a:lvl6pPr>
            <a:lvl7pPr indent="-304800" lvl="6" marL="3200400" rtl="0">
              <a:spcBef>
                <a:spcPts val="0"/>
              </a:spcBef>
              <a:spcAft>
                <a:spcPts val="0"/>
              </a:spcAft>
              <a:buClr>
                <a:schemeClr val="dk2"/>
              </a:buClr>
              <a:buSzPts val="1200"/>
              <a:buChar char="●"/>
              <a:defRPr>
                <a:solidFill>
                  <a:schemeClr val="lt1"/>
                </a:solidFill>
              </a:defRPr>
            </a:lvl7pPr>
            <a:lvl8pPr indent="-304800" lvl="7" marL="3657600" rtl="0">
              <a:spcBef>
                <a:spcPts val="0"/>
              </a:spcBef>
              <a:spcAft>
                <a:spcPts val="0"/>
              </a:spcAft>
              <a:buClr>
                <a:schemeClr val="dk2"/>
              </a:buClr>
              <a:buSzPts val="1200"/>
              <a:buChar char="○"/>
              <a:defRPr>
                <a:solidFill>
                  <a:schemeClr val="lt1"/>
                </a:solidFill>
              </a:defRPr>
            </a:lvl8pPr>
            <a:lvl9pPr indent="-304800" lvl="8" marL="4114800" rtl="0">
              <a:spcBef>
                <a:spcPts val="0"/>
              </a:spcBef>
              <a:spcAft>
                <a:spcPts val="0"/>
              </a:spcAft>
              <a:buClr>
                <a:schemeClr val="dk2"/>
              </a:buClr>
              <a:buSzPts val="1200"/>
              <a:buChar char="■"/>
              <a:defRPr>
                <a:solidFill>
                  <a:schemeClr val="lt1"/>
                </a:solidFill>
              </a:defRPr>
            </a:lvl9pPr>
          </a:lstStyle>
          <a:p/>
        </p:txBody>
      </p:sp>
      <p:pic>
        <p:nvPicPr>
          <p:cNvPr id="128" name="Google Shape;128;p18"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129" name="Google Shape;129;p1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130" name="Google Shape;130;p18"/>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ight">
  <p:cSld name="TITLE_ONLY_1">
    <p:bg>
      <p:bgPr>
        <a:blipFill>
          <a:blip r:embed="rId2">
            <a:alphaModFix/>
          </a:blip>
          <a:stretch>
            <a:fillRect/>
          </a:stretch>
        </a:blipFill>
      </p:bgPr>
    </p:bg>
    <p:spTree>
      <p:nvGrpSpPr>
        <p:cNvPr id="218" name="Shape 218"/>
        <p:cNvGrpSpPr/>
        <p:nvPr/>
      </p:nvGrpSpPr>
      <p:grpSpPr>
        <a:xfrm>
          <a:off x="0" y="0"/>
          <a:ext cx="0" cy="0"/>
          <a:chOff x="0" y="0"/>
          <a:chExt cx="0" cy="0"/>
        </a:xfrm>
      </p:grpSpPr>
      <p:sp>
        <p:nvSpPr>
          <p:cNvPr id="219" name="Google Shape;219;p28"/>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pic>
        <p:nvPicPr>
          <p:cNvPr id="220" name="Google Shape;220;p28"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21" name="Google Shape;221;p2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22" name="Google Shape;222;p28"/>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right image - Light">
  <p:cSld name="ONE_COLUMN_TEXT_4">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30"/>
          <p:cNvSpPr/>
          <p:nvPr>
            <p:ph idx="2" type="pic"/>
          </p:nvPr>
        </p:nvSpPr>
        <p:spPr>
          <a:xfrm>
            <a:off x="4654125" y="454950"/>
            <a:ext cx="4489800" cy="4233600"/>
          </a:xfrm>
          <a:prstGeom prst="roundRect">
            <a:avLst>
              <a:gd fmla="val 0" name="adj"/>
            </a:avLst>
          </a:prstGeom>
          <a:noFill/>
          <a:ln>
            <a:noFill/>
          </a:ln>
        </p:spPr>
      </p:sp>
      <p:sp>
        <p:nvSpPr>
          <p:cNvPr id="232" name="Google Shape;232;p30"/>
          <p:cNvSpPr txBox="1"/>
          <p:nvPr>
            <p:ph type="title"/>
          </p:nvPr>
        </p:nvSpPr>
        <p:spPr>
          <a:xfrm>
            <a:off x="457200" y="457200"/>
            <a:ext cx="4032600" cy="8382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33" name="Google Shape;233;p30"/>
          <p:cNvSpPr txBox="1"/>
          <p:nvPr>
            <p:ph idx="1" type="body"/>
          </p:nvPr>
        </p:nvSpPr>
        <p:spPr>
          <a:xfrm>
            <a:off x="457200" y="1615450"/>
            <a:ext cx="4032600" cy="3075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234" name="Google Shape;234;p3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35" name="Google Shape;235;p3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36" name="Google Shape;236;p3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left image - Dark">
  <p:cSld name="ONE_COLUMN_TEXT_3_1">
    <p:bg>
      <p:bgPr>
        <a:blipFill>
          <a:blip r:embed="rId2">
            <a:alphaModFix/>
          </a:blip>
          <a:stretch>
            <a:fillRect/>
          </a:stretch>
        </a:blipFill>
      </p:bgPr>
    </p:bg>
    <p:spTree>
      <p:nvGrpSpPr>
        <p:cNvPr id="244" name="Shape 244"/>
        <p:cNvGrpSpPr/>
        <p:nvPr/>
      </p:nvGrpSpPr>
      <p:grpSpPr>
        <a:xfrm>
          <a:off x="0" y="0"/>
          <a:ext cx="0" cy="0"/>
          <a:chOff x="0" y="0"/>
          <a:chExt cx="0" cy="0"/>
        </a:xfrm>
      </p:grpSpPr>
      <p:sp>
        <p:nvSpPr>
          <p:cNvPr id="245" name="Google Shape;245;p32"/>
          <p:cNvSpPr/>
          <p:nvPr>
            <p:ph idx="2" type="pic"/>
          </p:nvPr>
        </p:nvSpPr>
        <p:spPr>
          <a:xfrm>
            <a:off x="0" y="457200"/>
            <a:ext cx="4489800" cy="4233600"/>
          </a:xfrm>
          <a:prstGeom prst="roundRect">
            <a:avLst>
              <a:gd fmla="val 0" name="adj"/>
            </a:avLst>
          </a:prstGeom>
          <a:noFill/>
          <a:ln>
            <a:noFill/>
          </a:ln>
        </p:spPr>
      </p:sp>
      <p:sp>
        <p:nvSpPr>
          <p:cNvPr id="246" name="Google Shape;246;p32"/>
          <p:cNvSpPr txBox="1"/>
          <p:nvPr>
            <p:ph type="title"/>
          </p:nvPr>
        </p:nvSpPr>
        <p:spPr>
          <a:xfrm>
            <a:off x="4654300" y="457200"/>
            <a:ext cx="4032600" cy="8382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47" name="Google Shape;247;p32"/>
          <p:cNvSpPr txBox="1"/>
          <p:nvPr>
            <p:ph idx="1" type="body"/>
          </p:nvPr>
        </p:nvSpPr>
        <p:spPr>
          <a:xfrm>
            <a:off x="4654300" y="1615450"/>
            <a:ext cx="4032600" cy="3075300"/>
          </a:xfrm>
          <a:prstGeom prst="rect">
            <a:avLst/>
          </a:prstGeom>
        </p:spPr>
        <p:txBody>
          <a:bodyPr anchorCtr="0" anchor="t" bIns="0" lIns="0" spcFirstLastPara="1" rIns="0" wrap="square" tIns="0">
            <a:spAutoFit/>
          </a:bodyPr>
          <a:lstStyle>
            <a:lvl1pPr indent="-304800" lvl="0" marL="457200">
              <a:spcBef>
                <a:spcPts val="0"/>
              </a:spcBef>
              <a:spcAft>
                <a:spcPts val="0"/>
              </a:spcAft>
              <a:buClr>
                <a:schemeClr val="dk2"/>
              </a:buClr>
              <a:buSzPts val="1200"/>
              <a:buChar char="●"/>
              <a:defRPr>
                <a:solidFill>
                  <a:schemeClr val="lt1"/>
                </a:solidFill>
              </a:defRPr>
            </a:lvl1pPr>
            <a:lvl2pPr indent="-304800" lvl="1" marL="914400">
              <a:spcBef>
                <a:spcPts val="0"/>
              </a:spcBef>
              <a:spcAft>
                <a:spcPts val="0"/>
              </a:spcAft>
              <a:buClr>
                <a:schemeClr val="dk2"/>
              </a:buClr>
              <a:buSzPts val="1200"/>
              <a:buChar char="○"/>
              <a:defRPr>
                <a:solidFill>
                  <a:schemeClr val="lt1"/>
                </a:solidFill>
              </a:defRPr>
            </a:lvl2pPr>
            <a:lvl3pPr indent="-304800" lvl="2" marL="1371600">
              <a:spcBef>
                <a:spcPts val="0"/>
              </a:spcBef>
              <a:spcAft>
                <a:spcPts val="0"/>
              </a:spcAft>
              <a:buClr>
                <a:schemeClr val="dk2"/>
              </a:buClr>
              <a:buSzPts val="1200"/>
              <a:buChar char="■"/>
              <a:defRPr>
                <a:solidFill>
                  <a:schemeClr val="lt1"/>
                </a:solidFill>
              </a:defRPr>
            </a:lvl3pPr>
            <a:lvl4pPr indent="-304800" lvl="3" marL="1828800">
              <a:spcBef>
                <a:spcPts val="0"/>
              </a:spcBef>
              <a:spcAft>
                <a:spcPts val="0"/>
              </a:spcAft>
              <a:buClr>
                <a:schemeClr val="dk2"/>
              </a:buClr>
              <a:buSzPts val="1200"/>
              <a:buChar char="●"/>
              <a:defRPr>
                <a:solidFill>
                  <a:schemeClr val="lt1"/>
                </a:solidFill>
              </a:defRPr>
            </a:lvl4pPr>
            <a:lvl5pPr indent="-304800" lvl="4" marL="2286000">
              <a:spcBef>
                <a:spcPts val="0"/>
              </a:spcBef>
              <a:spcAft>
                <a:spcPts val="0"/>
              </a:spcAft>
              <a:buClr>
                <a:schemeClr val="dk2"/>
              </a:buClr>
              <a:buSzPts val="1200"/>
              <a:buChar char="○"/>
              <a:defRPr>
                <a:solidFill>
                  <a:schemeClr val="lt1"/>
                </a:solidFill>
              </a:defRPr>
            </a:lvl5pPr>
            <a:lvl6pPr indent="-304800" lvl="5" marL="2743200">
              <a:spcBef>
                <a:spcPts val="0"/>
              </a:spcBef>
              <a:spcAft>
                <a:spcPts val="0"/>
              </a:spcAft>
              <a:buClr>
                <a:schemeClr val="dk2"/>
              </a:buClr>
              <a:buSzPts val="1200"/>
              <a:buChar char="■"/>
              <a:defRPr>
                <a:solidFill>
                  <a:schemeClr val="lt1"/>
                </a:solidFill>
              </a:defRPr>
            </a:lvl6pPr>
            <a:lvl7pPr indent="-304800" lvl="6" marL="3200400">
              <a:spcBef>
                <a:spcPts val="0"/>
              </a:spcBef>
              <a:spcAft>
                <a:spcPts val="0"/>
              </a:spcAft>
              <a:buClr>
                <a:schemeClr val="dk2"/>
              </a:buClr>
              <a:buSzPts val="1200"/>
              <a:buChar char="●"/>
              <a:defRPr>
                <a:solidFill>
                  <a:schemeClr val="lt1"/>
                </a:solidFill>
              </a:defRPr>
            </a:lvl7pPr>
            <a:lvl8pPr indent="-304800" lvl="7" marL="3657600">
              <a:spcBef>
                <a:spcPts val="0"/>
              </a:spcBef>
              <a:spcAft>
                <a:spcPts val="0"/>
              </a:spcAft>
              <a:buClr>
                <a:schemeClr val="dk2"/>
              </a:buClr>
              <a:buSzPts val="1200"/>
              <a:buChar char="○"/>
              <a:defRPr>
                <a:solidFill>
                  <a:schemeClr val="lt1"/>
                </a:solidFill>
              </a:defRPr>
            </a:lvl8pPr>
            <a:lvl9pPr indent="-304800" lvl="8" marL="4114800">
              <a:spcBef>
                <a:spcPts val="0"/>
              </a:spcBef>
              <a:spcAft>
                <a:spcPts val="0"/>
              </a:spcAft>
              <a:buClr>
                <a:schemeClr val="dk2"/>
              </a:buClr>
              <a:buSzPts val="1200"/>
              <a:buChar char="■"/>
              <a:defRPr>
                <a:solidFill>
                  <a:schemeClr val="lt1"/>
                </a:solidFill>
              </a:defRPr>
            </a:lvl9pPr>
          </a:lstStyle>
          <a:p/>
        </p:txBody>
      </p:sp>
      <p:pic>
        <p:nvPicPr>
          <p:cNvPr id="248" name="Google Shape;248;p32"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49" name="Google Shape;249;p3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50" name="Google Shape;250;p32"/>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bleed image with title - Light">
  <p:cSld name="MAIN_POINT_3">
    <p:bg>
      <p:bgPr>
        <a:solidFill>
          <a:schemeClr val="dk1"/>
        </a:solidFill>
      </p:bgPr>
    </p:bg>
    <p:spTree>
      <p:nvGrpSpPr>
        <p:cNvPr id="257" name="Shape 257"/>
        <p:cNvGrpSpPr/>
        <p:nvPr/>
      </p:nvGrpSpPr>
      <p:grpSpPr>
        <a:xfrm>
          <a:off x="0" y="0"/>
          <a:ext cx="0" cy="0"/>
          <a:chOff x="0" y="0"/>
          <a:chExt cx="0" cy="0"/>
        </a:xfrm>
      </p:grpSpPr>
      <p:sp>
        <p:nvSpPr>
          <p:cNvPr id="258" name="Google Shape;258;p34"/>
          <p:cNvSpPr/>
          <p:nvPr>
            <p:ph idx="2" type="pic"/>
          </p:nvPr>
        </p:nvSpPr>
        <p:spPr>
          <a:xfrm>
            <a:off x="-150" y="0"/>
            <a:ext cx="9144300" cy="4690800"/>
          </a:xfrm>
          <a:prstGeom prst="rect">
            <a:avLst/>
          </a:prstGeom>
          <a:noFill/>
          <a:ln>
            <a:noFill/>
          </a:ln>
        </p:spPr>
      </p:sp>
      <p:sp>
        <p:nvSpPr>
          <p:cNvPr id="259" name="Google Shape;259;p34"/>
          <p:cNvSpPr txBox="1"/>
          <p:nvPr>
            <p:ph type="title"/>
          </p:nvPr>
        </p:nvSpPr>
        <p:spPr>
          <a:xfrm>
            <a:off x="0" y="0"/>
            <a:ext cx="9144300" cy="2569500"/>
          </a:xfrm>
          <a:prstGeom prst="rect">
            <a:avLst/>
          </a:prstGeom>
          <a:gradFill>
            <a:gsLst>
              <a:gs pos="0">
                <a:srgbClr val="EDE9FE"/>
              </a:gs>
              <a:gs pos="28000">
                <a:srgbClr val="EDE9FE"/>
              </a:gs>
              <a:gs pos="54000">
                <a:srgbClr val="EDE9FE">
                  <a:alpha val="80000"/>
                </a:srgbClr>
              </a:gs>
              <a:gs pos="80000">
                <a:srgbClr val="EDE9FE">
                  <a:alpha val="50196"/>
                </a:srgbClr>
              </a:gs>
              <a:gs pos="100000">
                <a:srgbClr val="EDE9FE">
                  <a:alpha val="0"/>
                </a:srgbClr>
              </a:gs>
            </a:gsLst>
            <a:lin ang="5400012" scaled="0"/>
          </a:gradFill>
        </p:spPr>
        <p:txBody>
          <a:bodyPr anchorCtr="0" anchor="t" bIns="91425" lIns="91425" spcFirstLastPara="1" rIns="91425" wrap="square" tIns="457200">
            <a:noAutofit/>
          </a:bodyPr>
          <a:lstStyle>
            <a:lvl1pPr lvl="0" algn="ctr">
              <a:spcBef>
                <a:spcPts val="0"/>
              </a:spcBef>
              <a:spcAft>
                <a:spcPts val="0"/>
              </a:spcAft>
              <a:buClr>
                <a:schemeClr val="lt1"/>
              </a:buClr>
              <a:buSzPts val="2800"/>
              <a:buNone/>
              <a:defRPr>
                <a:solidFill>
                  <a:schemeClr val="lt1"/>
                </a:solidFill>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p:txBody>
      </p:sp>
      <p:pic>
        <p:nvPicPr>
          <p:cNvPr id="260" name="Google Shape;260;p34"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261" name="Google Shape;261;p3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62" name="Google Shape;262;p34"/>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Light">
  <p:cSld name="MAIN_POINT_1">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36"/>
          <p:cNvSpPr/>
          <p:nvPr/>
        </p:nvSpPr>
        <p:spPr>
          <a:xfrm>
            <a:off x="457200" y="457200"/>
            <a:ext cx="8229600" cy="41148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273" name="Google Shape;273;p36"/>
          <p:cNvSpPr txBox="1"/>
          <p:nvPr/>
        </p:nvSpPr>
        <p:spPr>
          <a:xfrm flipH="1">
            <a:off x="685800" y="457200"/>
            <a:ext cx="699600" cy="15393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 sz="10000">
                <a:solidFill>
                  <a:schemeClr val="dk2"/>
                </a:solidFill>
                <a:latin typeface="Inter"/>
                <a:ea typeface="Inter"/>
                <a:cs typeface="Inter"/>
                <a:sym typeface="Inter"/>
              </a:rPr>
              <a:t>“</a:t>
            </a:r>
            <a:endParaRPr b="1" sz="10000">
              <a:solidFill>
                <a:schemeClr val="dk2"/>
              </a:solidFill>
              <a:latin typeface="Inter"/>
              <a:ea typeface="Inter"/>
              <a:cs typeface="Inter"/>
              <a:sym typeface="Inter"/>
            </a:endParaRPr>
          </a:p>
        </p:txBody>
      </p:sp>
      <p:sp>
        <p:nvSpPr>
          <p:cNvPr id="274" name="Google Shape;274;p36"/>
          <p:cNvSpPr txBox="1"/>
          <p:nvPr>
            <p:ph type="title"/>
          </p:nvPr>
        </p:nvSpPr>
        <p:spPr>
          <a:xfrm>
            <a:off x="1691650" y="762000"/>
            <a:ext cx="6460200" cy="2926200"/>
          </a:xfrm>
          <a:prstGeom prst="rect">
            <a:avLst/>
          </a:prstGeom>
        </p:spPr>
        <p:txBody>
          <a:bodyPr anchorCtr="0" anchor="t" bIns="0" lIns="0" spcFirstLastPara="1" rIns="0" wrap="square" tIns="0">
            <a:normAutofit/>
          </a:bodyPr>
          <a:lstStyle>
            <a:lvl1pPr lvl="0">
              <a:spcBef>
                <a:spcPts val="0"/>
              </a:spcBef>
              <a:spcAft>
                <a:spcPts val="0"/>
              </a:spcAft>
              <a:buClr>
                <a:schemeClr val="lt1"/>
              </a:buClr>
              <a:buSzPts val="2000"/>
              <a:buNone/>
              <a:defRPr b="0" sz="2000">
                <a:solidFill>
                  <a:schemeClr val="lt1"/>
                </a:solidFill>
              </a:defRPr>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75" name="Google Shape;275;p36"/>
          <p:cNvSpPr txBox="1"/>
          <p:nvPr>
            <p:ph idx="1" type="subTitle"/>
          </p:nvPr>
        </p:nvSpPr>
        <p:spPr>
          <a:xfrm>
            <a:off x="1691650" y="3764400"/>
            <a:ext cx="6460200" cy="457200"/>
          </a:xfrm>
          <a:prstGeom prst="rect">
            <a:avLst/>
          </a:prstGeom>
        </p:spPr>
        <p:txBody>
          <a:bodyPr anchorCtr="0" anchor="b" bIns="0" lIns="0" spcFirstLastPara="1" rIns="0" wrap="square" tIns="0">
            <a:normAutofit/>
          </a:bodyPr>
          <a:lstStyle>
            <a:lvl1pPr lvl="0">
              <a:spcBef>
                <a:spcPts val="0"/>
              </a:spcBef>
              <a:spcAft>
                <a:spcPts val="0"/>
              </a:spcAft>
              <a:buClr>
                <a:schemeClr val="dk2"/>
              </a:buClr>
              <a:buSzPts val="1200"/>
              <a:buNone/>
              <a:defRPr i="1">
                <a:solidFill>
                  <a:schemeClr val="dk2"/>
                </a:solidFill>
              </a:defRPr>
            </a:lvl1pPr>
            <a:lvl2pPr lvl="1">
              <a:spcBef>
                <a:spcPts val="0"/>
              </a:spcBef>
              <a:spcAft>
                <a:spcPts val="0"/>
              </a:spcAft>
              <a:buClr>
                <a:schemeClr val="accent1"/>
              </a:buClr>
              <a:buSzPts val="1200"/>
              <a:buNone/>
              <a:defRPr>
                <a:solidFill>
                  <a:schemeClr val="accent1"/>
                </a:solidFill>
              </a:defRPr>
            </a:lvl2pPr>
            <a:lvl3pPr lvl="2">
              <a:spcBef>
                <a:spcPts val="0"/>
              </a:spcBef>
              <a:spcAft>
                <a:spcPts val="0"/>
              </a:spcAft>
              <a:buClr>
                <a:schemeClr val="accent1"/>
              </a:buClr>
              <a:buSzPts val="1200"/>
              <a:buNone/>
              <a:defRPr>
                <a:solidFill>
                  <a:schemeClr val="accent1"/>
                </a:solidFill>
              </a:defRPr>
            </a:lvl3pPr>
            <a:lvl4pPr lvl="3">
              <a:spcBef>
                <a:spcPts val="0"/>
              </a:spcBef>
              <a:spcAft>
                <a:spcPts val="0"/>
              </a:spcAft>
              <a:buClr>
                <a:schemeClr val="accent1"/>
              </a:buClr>
              <a:buSzPts val="1200"/>
              <a:buNone/>
              <a:defRPr>
                <a:solidFill>
                  <a:schemeClr val="accent1"/>
                </a:solidFill>
              </a:defRPr>
            </a:lvl4pPr>
            <a:lvl5pPr lvl="4">
              <a:spcBef>
                <a:spcPts val="0"/>
              </a:spcBef>
              <a:spcAft>
                <a:spcPts val="0"/>
              </a:spcAft>
              <a:buClr>
                <a:schemeClr val="accent1"/>
              </a:buClr>
              <a:buSzPts val="1200"/>
              <a:buNone/>
              <a:defRPr>
                <a:solidFill>
                  <a:schemeClr val="accent1"/>
                </a:solidFill>
              </a:defRPr>
            </a:lvl5pPr>
            <a:lvl6pPr lvl="5">
              <a:spcBef>
                <a:spcPts val="0"/>
              </a:spcBef>
              <a:spcAft>
                <a:spcPts val="0"/>
              </a:spcAft>
              <a:buClr>
                <a:schemeClr val="accent1"/>
              </a:buClr>
              <a:buSzPts val="1200"/>
              <a:buNone/>
              <a:defRPr>
                <a:solidFill>
                  <a:schemeClr val="accent1"/>
                </a:solidFill>
              </a:defRPr>
            </a:lvl6pPr>
            <a:lvl7pPr lvl="6">
              <a:spcBef>
                <a:spcPts val="0"/>
              </a:spcBef>
              <a:spcAft>
                <a:spcPts val="0"/>
              </a:spcAft>
              <a:buClr>
                <a:schemeClr val="accent1"/>
              </a:buClr>
              <a:buSzPts val="1200"/>
              <a:buNone/>
              <a:defRPr>
                <a:solidFill>
                  <a:schemeClr val="accent1"/>
                </a:solidFill>
              </a:defRPr>
            </a:lvl7pPr>
            <a:lvl8pPr lvl="7">
              <a:spcBef>
                <a:spcPts val="0"/>
              </a:spcBef>
              <a:spcAft>
                <a:spcPts val="0"/>
              </a:spcAft>
              <a:buClr>
                <a:schemeClr val="accent1"/>
              </a:buClr>
              <a:buSzPts val="1200"/>
              <a:buNone/>
              <a:defRPr>
                <a:solidFill>
                  <a:schemeClr val="accent1"/>
                </a:solidFill>
              </a:defRPr>
            </a:lvl8pPr>
            <a:lvl9pPr lvl="8">
              <a:spcBef>
                <a:spcPts val="0"/>
              </a:spcBef>
              <a:spcAft>
                <a:spcPts val="0"/>
              </a:spcAft>
              <a:buClr>
                <a:schemeClr val="accent1"/>
              </a:buClr>
              <a:buSzPts val="1200"/>
              <a:buNone/>
              <a:defRPr>
                <a:solidFill>
                  <a:schemeClr val="accent1"/>
                </a:solidFill>
              </a:defRPr>
            </a:lvl9pPr>
          </a:lstStyle>
          <a:p/>
        </p:txBody>
      </p:sp>
      <p:pic>
        <p:nvPicPr>
          <p:cNvPr id="276" name="Google Shape;276;p36"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277" name="Google Shape;277;p3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78" name="Google Shape;278;p3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testimonial - Light">
  <p:cSld name="BIG_NUMBER_4">
    <p:bg>
      <p:bgPr>
        <a:blipFill>
          <a:blip r:embed="rId2">
            <a:alphaModFix/>
          </a:blip>
          <a:stretch>
            <a:fillRect/>
          </a:stretch>
        </a:blipFill>
      </p:bgPr>
    </p:bg>
    <p:spTree>
      <p:nvGrpSpPr>
        <p:cNvPr id="310" name="Shape 310"/>
        <p:cNvGrpSpPr/>
        <p:nvPr/>
      </p:nvGrpSpPr>
      <p:grpSpPr>
        <a:xfrm>
          <a:off x="0" y="0"/>
          <a:ext cx="0" cy="0"/>
          <a:chOff x="0" y="0"/>
          <a:chExt cx="0" cy="0"/>
        </a:xfrm>
      </p:grpSpPr>
      <p:sp>
        <p:nvSpPr>
          <p:cNvPr id="311" name="Google Shape;311;p40"/>
          <p:cNvSpPr/>
          <p:nvPr/>
        </p:nvSpPr>
        <p:spPr>
          <a:xfrm>
            <a:off x="457200" y="1308000"/>
            <a:ext cx="3941100" cy="2925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12" name="Google Shape;312;p40"/>
          <p:cNvSpPr/>
          <p:nvPr/>
        </p:nvSpPr>
        <p:spPr>
          <a:xfrm>
            <a:off x="4745700" y="1308000"/>
            <a:ext cx="3941100" cy="2925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13" name="Google Shape;313;p40"/>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14" name="Google Shape;314;p40"/>
          <p:cNvSpPr txBox="1"/>
          <p:nvPr>
            <p:ph idx="1" type="subTitle"/>
          </p:nvPr>
        </p:nvSpPr>
        <p:spPr>
          <a:xfrm>
            <a:off x="841200" y="1308000"/>
            <a:ext cx="3557100" cy="2163600"/>
          </a:xfrm>
          <a:prstGeom prst="rect">
            <a:avLst/>
          </a:prstGeom>
        </p:spPr>
        <p:txBody>
          <a:bodyPr anchorCtr="0" anchor="t" bIns="0" lIns="182875" spcFirstLastPara="1" rIns="182875" wrap="square" tIns="182875">
            <a:normAutofit/>
          </a:bodyPr>
          <a:lstStyle>
            <a:lvl1pPr lvl="0">
              <a:spcBef>
                <a:spcPts val="0"/>
              </a:spcBef>
              <a:spcAft>
                <a:spcPts val="0"/>
              </a:spcAft>
              <a:buClr>
                <a:schemeClr val="lt1"/>
              </a:buClr>
              <a:buSzPts val="1200"/>
              <a:buNone/>
              <a:defRPr>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15" name="Google Shape;315;p40"/>
          <p:cNvSpPr txBox="1"/>
          <p:nvPr>
            <p:ph idx="2" type="subTitle"/>
          </p:nvPr>
        </p:nvSpPr>
        <p:spPr>
          <a:xfrm>
            <a:off x="841200" y="3700200"/>
            <a:ext cx="3557100" cy="533400"/>
          </a:xfrm>
          <a:prstGeom prst="rect">
            <a:avLst/>
          </a:prstGeom>
        </p:spPr>
        <p:txBody>
          <a:bodyPr anchorCtr="0" anchor="t" bIns="182875" lIns="182875" spcFirstLastPara="1" rIns="182875" wrap="square" tIns="0">
            <a:normAutofit/>
          </a:bodyPr>
          <a:lstStyle>
            <a:lvl1pPr lvl="0">
              <a:spcBef>
                <a:spcPts val="0"/>
              </a:spcBef>
              <a:spcAft>
                <a:spcPts val="0"/>
              </a:spcAft>
              <a:buClr>
                <a:schemeClr val="dk2"/>
              </a:buClr>
              <a:buSzPts val="900"/>
              <a:buNone/>
              <a:defRPr sz="900">
                <a:solidFill>
                  <a:schemeClr val="dk2"/>
                </a:solidFill>
              </a:defRPr>
            </a:lvl1pPr>
            <a:lvl2pPr lvl="1">
              <a:spcBef>
                <a:spcPts val="0"/>
              </a:spcBef>
              <a:spcAft>
                <a:spcPts val="0"/>
              </a:spcAft>
              <a:buClr>
                <a:schemeClr val="dk2"/>
              </a:buClr>
              <a:buSzPts val="900"/>
              <a:buNone/>
              <a:defRPr sz="900">
                <a:solidFill>
                  <a:schemeClr val="dk2"/>
                </a:solidFill>
              </a:defRPr>
            </a:lvl2pPr>
            <a:lvl3pPr lvl="2">
              <a:spcBef>
                <a:spcPts val="0"/>
              </a:spcBef>
              <a:spcAft>
                <a:spcPts val="0"/>
              </a:spcAft>
              <a:buClr>
                <a:schemeClr val="dk2"/>
              </a:buClr>
              <a:buSzPts val="900"/>
              <a:buNone/>
              <a:defRPr sz="900">
                <a:solidFill>
                  <a:schemeClr val="dk2"/>
                </a:solidFill>
              </a:defRPr>
            </a:lvl3pPr>
            <a:lvl4pPr lvl="3">
              <a:spcBef>
                <a:spcPts val="0"/>
              </a:spcBef>
              <a:spcAft>
                <a:spcPts val="0"/>
              </a:spcAft>
              <a:buClr>
                <a:schemeClr val="dk2"/>
              </a:buClr>
              <a:buSzPts val="900"/>
              <a:buNone/>
              <a:defRPr sz="900">
                <a:solidFill>
                  <a:schemeClr val="dk2"/>
                </a:solidFill>
              </a:defRPr>
            </a:lvl4pPr>
            <a:lvl5pPr lvl="4">
              <a:spcBef>
                <a:spcPts val="0"/>
              </a:spcBef>
              <a:spcAft>
                <a:spcPts val="0"/>
              </a:spcAft>
              <a:buClr>
                <a:schemeClr val="dk2"/>
              </a:buClr>
              <a:buSzPts val="900"/>
              <a:buNone/>
              <a:defRPr sz="900">
                <a:solidFill>
                  <a:schemeClr val="dk2"/>
                </a:solidFill>
              </a:defRPr>
            </a:lvl5pPr>
            <a:lvl6pPr lvl="5">
              <a:spcBef>
                <a:spcPts val="0"/>
              </a:spcBef>
              <a:spcAft>
                <a:spcPts val="0"/>
              </a:spcAft>
              <a:buClr>
                <a:schemeClr val="dk2"/>
              </a:buClr>
              <a:buSzPts val="900"/>
              <a:buNone/>
              <a:defRPr sz="900">
                <a:solidFill>
                  <a:schemeClr val="dk2"/>
                </a:solidFill>
              </a:defRPr>
            </a:lvl6pPr>
            <a:lvl7pPr lvl="6">
              <a:spcBef>
                <a:spcPts val="0"/>
              </a:spcBef>
              <a:spcAft>
                <a:spcPts val="0"/>
              </a:spcAft>
              <a:buClr>
                <a:schemeClr val="dk2"/>
              </a:buClr>
              <a:buSzPts val="900"/>
              <a:buNone/>
              <a:defRPr sz="900">
                <a:solidFill>
                  <a:schemeClr val="dk2"/>
                </a:solidFill>
              </a:defRPr>
            </a:lvl7pPr>
            <a:lvl8pPr lvl="7">
              <a:spcBef>
                <a:spcPts val="0"/>
              </a:spcBef>
              <a:spcAft>
                <a:spcPts val="0"/>
              </a:spcAft>
              <a:buClr>
                <a:schemeClr val="dk2"/>
              </a:buClr>
              <a:buSzPts val="900"/>
              <a:buNone/>
              <a:defRPr sz="900">
                <a:solidFill>
                  <a:schemeClr val="dk2"/>
                </a:solidFill>
              </a:defRPr>
            </a:lvl8pPr>
            <a:lvl9pPr lvl="8">
              <a:spcBef>
                <a:spcPts val="0"/>
              </a:spcBef>
              <a:spcAft>
                <a:spcPts val="0"/>
              </a:spcAft>
              <a:buClr>
                <a:schemeClr val="dk2"/>
              </a:buClr>
              <a:buSzPts val="900"/>
              <a:buNone/>
              <a:defRPr sz="900">
                <a:solidFill>
                  <a:schemeClr val="dk2"/>
                </a:solidFill>
              </a:defRPr>
            </a:lvl9pPr>
          </a:lstStyle>
          <a:p/>
        </p:txBody>
      </p:sp>
      <p:sp>
        <p:nvSpPr>
          <p:cNvPr id="316" name="Google Shape;316;p40"/>
          <p:cNvSpPr txBox="1"/>
          <p:nvPr>
            <p:ph idx="3" type="subTitle"/>
          </p:nvPr>
        </p:nvSpPr>
        <p:spPr>
          <a:xfrm>
            <a:off x="5129600" y="1308000"/>
            <a:ext cx="3557100" cy="2163600"/>
          </a:xfrm>
          <a:prstGeom prst="rect">
            <a:avLst/>
          </a:prstGeom>
        </p:spPr>
        <p:txBody>
          <a:bodyPr anchorCtr="0" anchor="t" bIns="0" lIns="182875" spcFirstLastPara="1" rIns="182875" wrap="square" tIns="182875">
            <a:normAutofit/>
          </a:bodyPr>
          <a:lstStyle>
            <a:lvl1pPr lvl="0">
              <a:spcBef>
                <a:spcPts val="0"/>
              </a:spcBef>
              <a:spcAft>
                <a:spcPts val="0"/>
              </a:spcAft>
              <a:buClr>
                <a:schemeClr val="lt1"/>
              </a:buClr>
              <a:buSzPts val="1200"/>
              <a:buNone/>
              <a:defRPr>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17" name="Google Shape;317;p40"/>
          <p:cNvSpPr txBox="1"/>
          <p:nvPr>
            <p:ph idx="4" type="subTitle"/>
          </p:nvPr>
        </p:nvSpPr>
        <p:spPr>
          <a:xfrm>
            <a:off x="5129600" y="3700200"/>
            <a:ext cx="3557100" cy="533400"/>
          </a:xfrm>
          <a:prstGeom prst="rect">
            <a:avLst/>
          </a:prstGeom>
        </p:spPr>
        <p:txBody>
          <a:bodyPr anchorCtr="0" anchor="t" bIns="182875" lIns="182875" spcFirstLastPara="1" rIns="182875" wrap="square" tIns="0">
            <a:normAutofit/>
          </a:bodyPr>
          <a:lstStyle>
            <a:lvl1pPr lvl="0">
              <a:spcBef>
                <a:spcPts val="0"/>
              </a:spcBef>
              <a:spcAft>
                <a:spcPts val="0"/>
              </a:spcAft>
              <a:buClr>
                <a:schemeClr val="dk2"/>
              </a:buClr>
              <a:buSzPts val="900"/>
              <a:buNone/>
              <a:defRPr sz="900">
                <a:solidFill>
                  <a:schemeClr val="dk2"/>
                </a:solidFill>
              </a:defRPr>
            </a:lvl1pPr>
            <a:lvl2pPr lvl="1">
              <a:spcBef>
                <a:spcPts val="0"/>
              </a:spcBef>
              <a:spcAft>
                <a:spcPts val="0"/>
              </a:spcAft>
              <a:buClr>
                <a:schemeClr val="dk2"/>
              </a:buClr>
              <a:buSzPts val="900"/>
              <a:buNone/>
              <a:defRPr sz="900">
                <a:solidFill>
                  <a:schemeClr val="dk2"/>
                </a:solidFill>
              </a:defRPr>
            </a:lvl2pPr>
            <a:lvl3pPr lvl="2">
              <a:spcBef>
                <a:spcPts val="0"/>
              </a:spcBef>
              <a:spcAft>
                <a:spcPts val="0"/>
              </a:spcAft>
              <a:buClr>
                <a:schemeClr val="dk2"/>
              </a:buClr>
              <a:buSzPts val="900"/>
              <a:buNone/>
              <a:defRPr sz="900">
                <a:solidFill>
                  <a:schemeClr val="dk2"/>
                </a:solidFill>
              </a:defRPr>
            </a:lvl3pPr>
            <a:lvl4pPr lvl="3">
              <a:spcBef>
                <a:spcPts val="0"/>
              </a:spcBef>
              <a:spcAft>
                <a:spcPts val="0"/>
              </a:spcAft>
              <a:buClr>
                <a:schemeClr val="dk2"/>
              </a:buClr>
              <a:buSzPts val="900"/>
              <a:buNone/>
              <a:defRPr sz="900">
                <a:solidFill>
                  <a:schemeClr val="dk2"/>
                </a:solidFill>
              </a:defRPr>
            </a:lvl4pPr>
            <a:lvl5pPr lvl="4">
              <a:spcBef>
                <a:spcPts val="0"/>
              </a:spcBef>
              <a:spcAft>
                <a:spcPts val="0"/>
              </a:spcAft>
              <a:buClr>
                <a:schemeClr val="dk2"/>
              </a:buClr>
              <a:buSzPts val="900"/>
              <a:buNone/>
              <a:defRPr sz="900">
                <a:solidFill>
                  <a:schemeClr val="dk2"/>
                </a:solidFill>
              </a:defRPr>
            </a:lvl5pPr>
            <a:lvl6pPr lvl="5">
              <a:spcBef>
                <a:spcPts val="0"/>
              </a:spcBef>
              <a:spcAft>
                <a:spcPts val="0"/>
              </a:spcAft>
              <a:buClr>
                <a:schemeClr val="dk2"/>
              </a:buClr>
              <a:buSzPts val="900"/>
              <a:buNone/>
              <a:defRPr sz="900">
                <a:solidFill>
                  <a:schemeClr val="dk2"/>
                </a:solidFill>
              </a:defRPr>
            </a:lvl6pPr>
            <a:lvl7pPr lvl="6">
              <a:spcBef>
                <a:spcPts val="0"/>
              </a:spcBef>
              <a:spcAft>
                <a:spcPts val="0"/>
              </a:spcAft>
              <a:buClr>
                <a:schemeClr val="dk2"/>
              </a:buClr>
              <a:buSzPts val="900"/>
              <a:buNone/>
              <a:defRPr sz="900">
                <a:solidFill>
                  <a:schemeClr val="dk2"/>
                </a:solidFill>
              </a:defRPr>
            </a:lvl7pPr>
            <a:lvl8pPr lvl="7">
              <a:spcBef>
                <a:spcPts val="0"/>
              </a:spcBef>
              <a:spcAft>
                <a:spcPts val="0"/>
              </a:spcAft>
              <a:buClr>
                <a:schemeClr val="dk2"/>
              </a:buClr>
              <a:buSzPts val="900"/>
              <a:buNone/>
              <a:defRPr sz="900">
                <a:solidFill>
                  <a:schemeClr val="dk2"/>
                </a:solidFill>
              </a:defRPr>
            </a:lvl8pPr>
            <a:lvl9pPr lvl="8">
              <a:spcBef>
                <a:spcPts val="0"/>
              </a:spcBef>
              <a:spcAft>
                <a:spcPts val="0"/>
              </a:spcAft>
              <a:buClr>
                <a:schemeClr val="dk2"/>
              </a:buClr>
              <a:buSzPts val="900"/>
              <a:buNone/>
              <a:defRPr sz="900">
                <a:solidFill>
                  <a:schemeClr val="dk2"/>
                </a:solidFill>
              </a:defRPr>
            </a:lvl9pPr>
          </a:lstStyle>
          <a:p/>
        </p:txBody>
      </p:sp>
      <p:pic>
        <p:nvPicPr>
          <p:cNvPr id="318" name="Google Shape;318;p4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19" name="Google Shape;319;p40"/>
          <p:cNvSpPr txBox="1"/>
          <p:nvPr/>
        </p:nvSpPr>
        <p:spPr>
          <a:xfrm flipH="1">
            <a:off x="457200" y="1335600"/>
            <a:ext cx="463200" cy="7695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b="1" lang="en" sz="5000">
                <a:solidFill>
                  <a:schemeClr val="dk2"/>
                </a:solidFill>
                <a:latin typeface="Inter"/>
                <a:ea typeface="Inter"/>
                <a:cs typeface="Inter"/>
                <a:sym typeface="Inter"/>
              </a:rPr>
              <a:t>“</a:t>
            </a:r>
            <a:endParaRPr b="1" sz="5000">
              <a:solidFill>
                <a:schemeClr val="dk2"/>
              </a:solidFill>
              <a:latin typeface="Inter"/>
              <a:ea typeface="Inter"/>
              <a:cs typeface="Inter"/>
              <a:sym typeface="Inter"/>
            </a:endParaRPr>
          </a:p>
        </p:txBody>
      </p:sp>
      <p:sp>
        <p:nvSpPr>
          <p:cNvPr id="320" name="Google Shape;320;p40"/>
          <p:cNvSpPr txBox="1"/>
          <p:nvPr/>
        </p:nvSpPr>
        <p:spPr>
          <a:xfrm flipH="1">
            <a:off x="4745700" y="1335600"/>
            <a:ext cx="463200" cy="7695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b="1" lang="en" sz="5000">
                <a:solidFill>
                  <a:schemeClr val="dk2"/>
                </a:solidFill>
                <a:latin typeface="Inter"/>
                <a:ea typeface="Inter"/>
                <a:cs typeface="Inter"/>
                <a:sym typeface="Inter"/>
              </a:rPr>
              <a:t>“</a:t>
            </a:r>
            <a:endParaRPr b="1" sz="5000">
              <a:solidFill>
                <a:schemeClr val="dk2"/>
              </a:solidFill>
              <a:latin typeface="Inter"/>
              <a:ea typeface="Inter"/>
              <a:cs typeface="Inter"/>
              <a:sym typeface="Inter"/>
            </a:endParaRPr>
          </a:p>
        </p:txBody>
      </p:sp>
      <p:sp>
        <p:nvSpPr>
          <p:cNvPr id="321" name="Google Shape;321;p4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22" name="Google Shape;322;p4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 Number - Light">
  <p:cSld name="BIG_NUMBER_1">
    <p:bg>
      <p:bgPr>
        <a:blipFill>
          <a:blip r:embed="rId2">
            <a:alphaModFix/>
          </a:blip>
          <a:stretch>
            <a:fillRect/>
          </a:stretch>
        </a:blipFill>
      </p:bgPr>
    </p:bg>
    <p:spTree>
      <p:nvGrpSpPr>
        <p:cNvPr id="358" name="Shape 358"/>
        <p:cNvGrpSpPr/>
        <p:nvPr/>
      </p:nvGrpSpPr>
      <p:grpSpPr>
        <a:xfrm>
          <a:off x="0" y="0"/>
          <a:ext cx="0" cy="0"/>
          <a:chOff x="0" y="0"/>
          <a:chExt cx="0" cy="0"/>
        </a:xfrm>
      </p:grpSpPr>
      <p:sp>
        <p:nvSpPr>
          <p:cNvPr id="359" name="Google Shape;359;p44"/>
          <p:cNvSpPr/>
          <p:nvPr/>
        </p:nvSpPr>
        <p:spPr>
          <a:xfrm>
            <a:off x="457200" y="457200"/>
            <a:ext cx="8229600" cy="3840600"/>
          </a:xfrm>
          <a:prstGeom prst="roundRect">
            <a:avLst>
              <a:gd fmla="val 1226"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60" name="Google Shape;360;p44"/>
          <p:cNvSpPr txBox="1"/>
          <p:nvPr>
            <p:ph hasCustomPrompt="1" type="title"/>
          </p:nvPr>
        </p:nvSpPr>
        <p:spPr>
          <a:xfrm>
            <a:off x="996700" y="567750"/>
            <a:ext cx="7150500" cy="2112300"/>
          </a:xfrm>
          <a:prstGeom prst="rect">
            <a:avLst/>
          </a:prstGeom>
        </p:spPr>
        <p:txBody>
          <a:bodyPr anchorCtr="0" anchor="b" bIns="0" lIns="0" spcFirstLastPara="1" rIns="0" wrap="square" tIns="0">
            <a:normAutofit/>
          </a:bodyPr>
          <a:lstStyle>
            <a:lvl1pPr lvl="0" algn="ctr">
              <a:spcBef>
                <a:spcPts val="0"/>
              </a:spcBef>
              <a:spcAft>
                <a:spcPts val="0"/>
              </a:spcAft>
              <a:buClr>
                <a:schemeClr val="dk2"/>
              </a:buClr>
              <a:buSzPts val="10000"/>
              <a:buNone/>
              <a:defRPr sz="10000">
                <a:solidFill>
                  <a:schemeClr val="dk2"/>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1" name="Google Shape;361;p44"/>
          <p:cNvSpPr txBox="1"/>
          <p:nvPr>
            <p:ph idx="1" type="subTitle"/>
          </p:nvPr>
        </p:nvSpPr>
        <p:spPr>
          <a:xfrm>
            <a:off x="996700" y="2680025"/>
            <a:ext cx="7150500" cy="1463100"/>
          </a:xfrm>
          <a:prstGeom prst="rect">
            <a:avLst/>
          </a:prstGeom>
        </p:spPr>
        <p:txBody>
          <a:bodyPr anchorCtr="0" anchor="t" bIns="0" lIns="0" spcFirstLastPara="1" rIns="0" wrap="square" tIns="0">
            <a:spAutoFit/>
          </a:bodyPr>
          <a:lstStyle>
            <a:lvl1pPr lvl="0" algn="ctr">
              <a:spcBef>
                <a:spcPts val="0"/>
              </a:spcBef>
              <a:spcAft>
                <a:spcPts val="0"/>
              </a:spcAft>
              <a:buClr>
                <a:schemeClr val="lt1"/>
              </a:buClr>
              <a:buSzPts val="1600"/>
              <a:buNone/>
              <a:defRPr sz="1600">
                <a:solidFill>
                  <a:schemeClr val="lt1"/>
                </a:solidFill>
              </a:defRPr>
            </a:lvl1pPr>
            <a:lvl2pPr lvl="1" algn="ctr">
              <a:spcBef>
                <a:spcPts val="0"/>
              </a:spcBef>
              <a:spcAft>
                <a:spcPts val="0"/>
              </a:spcAft>
              <a:buSzPts val="1200"/>
              <a:buNone/>
              <a:defRPr/>
            </a:lvl2pPr>
            <a:lvl3pPr lvl="2" algn="ctr">
              <a:spcBef>
                <a:spcPts val="0"/>
              </a:spcBef>
              <a:spcAft>
                <a:spcPts val="0"/>
              </a:spcAft>
              <a:buSzPts val="1200"/>
              <a:buNone/>
              <a:defRPr/>
            </a:lvl3pPr>
            <a:lvl4pPr lvl="3" algn="ctr">
              <a:spcBef>
                <a:spcPts val="0"/>
              </a:spcBef>
              <a:spcAft>
                <a:spcPts val="0"/>
              </a:spcAft>
              <a:buSzPts val="1200"/>
              <a:buNone/>
              <a:defRPr/>
            </a:lvl4pPr>
            <a:lvl5pPr lvl="4" algn="ctr">
              <a:spcBef>
                <a:spcPts val="0"/>
              </a:spcBef>
              <a:spcAft>
                <a:spcPts val="0"/>
              </a:spcAft>
              <a:buSzPts val="1200"/>
              <a:buNone/>
              <a:defRPr/>
            </a:lvl5pPr>
            <a:lvl6pPr lvl="5" algn="ctr">
              <a:spcBef>
                <a:spcPts val="0"/>
              </a:spcBef>
              <a:spcAft>
                <a:spcPts val="0"/>
              </a:spcAft>
              <a:buSzPts val="1200"/>
              <a:buNone/>
              <a:defRPr/>
            </a:lvl6pPr>
            <a:lvl7pPr lvl="6" algn="ctr">
              <a:spcBef>
                <a:spcPts val="0"/>
              </a:spcBef>
              <a:spcAft>
                <a:spcPts val="0"/>
              </a:spcAft>
              <a:buSzPts val="1200"/>
              <a:buNone/>
              <a:defRPr/>
            </a:lvl7pPr>
            <a:lvl8pPr lvl="7" algn="ctr">
              <a:spcBef>
                <a:spcPts val="0"/>
              </a:spcBef>
              <a:spcAft>
                <a:spcPts val="0"/>
              </a:spcAft>
              <a:buSzPts val="1200"/>
              <a:buNone/>
              <a:defRPr/>
            </a:lvl8pPr>
            <a:lvl9pPr lvl="8" algn="ctr">
              <a:spcBef>
                <a:spcPts val="0"/>
              </a:spcBef>
              <a:spcAft>
                <a:spcPts val="0"/>
              </a:spcAft>
              <a:buSzPts val="1200"/>
              <a:buNone/>
              <a:defRPr/>
            </a:lvl9pPr>
          </a:lstStyle>
          <a:p/>
        </p:txBody>
      </p:sp>
      <p:pic>
        <p:nvPicPr>
          <p:cNvPr id="362" name="Google Shape;362;p44"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63" name="Google Shape;363;p4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64" name="Google Shape;364;p44"/>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tat Blocks - Light">
  <p:cSld name="BIG_NUMBER_1_1_1">
    <p:bg>
      <p:bgPr>
        <a:blipFill>
          <a:blip r:embed="rId2">
            <a:alphaModFix/>
          </a:blip>
          <a:stretch>
            <a:fillRect/>
          </a:stretch>
        </a:blipFill>
      </p:bgPr>
    </p:bg>
    <p:spTree>
      <p:nvGrpSpPr>
        <p:cNvPr id="382" name="Shape 382"/>
        <p:cNvGrpSpPr/>
        <p:nvPr/>
      </p:nvGrpSpPr>
      <p:grpSpPr>
        <a:xfrm>
          <a:off x="0" y="0"/>
          <a:ext cx="0" cy="0"/>
          <a:chOff x="0" y="0"/>
          <a:chExt cx="0" cy="0"/>
        </a:xfrm>
      </p:grpSpPr>
      <p:sp>
        <p:nvSpPr>
          <p:cNvPr id="383" name="Google Shape;383;p46"/>
          <p:cNvSpPr/>
          <p:nvPr/>
        </p:nvSpPr>
        <p:spPr>
          <a:xfrm>
            <a:off x="4654300" y="13080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4" name="Google Shape;384;p46"/>
          <p:cNvSpPr/>
          <p:nvPr/>
        </p:nvSpPr>
        <p:spPr>
          <a:xfrm>
            <a:off x="4654300" y="28473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5" name="Google Shape;385;p46"/>
          <p:cNvSpPr/>
          <p:nvPr/>
        </p:nvSpPr>
        <p:spPr>
          <a:xfrm>
            <a:off x="457200" y="28473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pic>
        <p:nvPicPr>
          <p:cNvPr id="386" name="Google Shape;386;p46"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387" name="Google Shape;387;p46"/>
          <p:cNvSpPr/>
          <p:nvPr/>
        </p:nvSpPr>
        <p:spPr>
          <a:xfrm>
            <a:off x="457200" y="1308000"/>
            <a:ext cx="4032600" cy="1386900"/>
          </a:xfrm>
          <a:prstGeom prst="roundRect">
            <a:avLst>
              <a:gd fmla="val 3364"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388" name="Google Shape;388;p46"/>
          <p:cNvSpPr txBox="1"/>
          <p:nvPr>
            <p:ph type="title"/>
          </p:nvPr>
        </p:nvSpPr>
        <p:spPr>
          <a:xfrm>
            <a:off x="457200" y="457200"/>
            <a:ext cx="8229600" cy="3936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89" name="Google Shape;389;p46"/>
          <p:cNvSpPr txBox="1"/>
          <p:nvPr>
            <p:ph idx="1" type="subTitle"/>
          </p:nvPr>
        </p:nvSpPr>
        <p:spPr>
          <a:xfrm>
            <a:off x="457200" y="21462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0" name="Google Shape;390;p46"/>
          <p:cNvSpPr txBox="1"/>
          <p:nvPr>
            <p:ph hasCustomPrompt="1" idx="2" type="title"/>
          </p:nvPr>
        </p:nvSpPr>
        <p:spPr>
          <a:xfrm>
            <a:off x="457200" y="13080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1" name="Google Shape;391;p46"/>
          <p:cNvSpPr txBox="1"/>
          <p:nvPr>
            <p:ph idx="3" type="subTitle"/>
          </p:nvPr>
        </p:nvSpPr>
        <p:spPr>
          <a:xfrm>
            <a:off x="457200" y="36855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2" name="Google Shape;392;p46"/>
          <p:cNvSpPr txBox="1"/>
          <p:nvPr>
            <p:ph hasCustomPrompt="1" idx="4" type="title"/>
          </p:nvPr>
        </p:nvSpPr>
        <p:spPr>
          <a:xfrm>
            <a:off x="457200" y="28473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3" name="Google Shape;393;p46"/>
          <p:cNvSpPr txBox="1"/>
          <p:nvPr>
            <p:ph idx="5" type="subTitle"/>
          </p:nvPr>
        </p:nvSpPr>
        <p:spPr>
          <a:xfrm>
            <a:off x="4654200" y="21462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4" name="Google Shape;394;p46"/>
          <p:cNvSpPr txBox="1"/>
          <p:nvPr>
            <p:ph hasCustomPrompt="1" idx="6" type="title"/>
          </p:nvPr>
        </p:nvSpPr>
        <p:spPr>
          <a:xfrm>
            <a:off x="4654200" y="13080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5" name="Google Shape;395;p46"/>
          <p:cNvSpPr txBox="1"/>
          <p:nvPr>
            <p:ph idx="7" type="subTitle"/>
          </p:nvPr>
        </p:nvSpPr>
        <p:spPr>
          <a:xfrm>
            <a:off x="4654200" y="3685500"/>
            <a:ext cx="4032600" cy="548700"/>
          </a:xfrm>
          <a:prstGeom prst="rect">
            <a:avLst/>
          </a:prstGeom>
        </p:spPr>
        <p:txBody>
          <a:bodyPr anchorCtr="0" anchor="t" bIns="182875" lIns="182875" spcFirstLastPara="1" rIns="182875" wrap="square" tIns="0">
            <a:normAutofit/>
          </a:bodyPr>
          <a:lstStyle>
            <a:lvl1pPr lvl="0">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1200"/>
              <a:buNone/>
              <a:defRPr>
                <a:solidFill>
                  <a:schemeClr val="lt1"/>
                </a:solidFill>
              </a:defRPr>
            </a:lvl2pPr>
            <a:lvl3pPr lvl="2">
              <a:spcBef>
                <a:spcPts val="0"/>
              </a:spcBef>
              <a:spcAft>
                <a:spcPts val="0"/>
              </a:spcAft>
              <a:buClr>
                <a:schemeClr val="lt1"/>
              </a:buClr>
              <a:buSzPts val="1200"/>
              <a:buNone/>
              <a:defRPr>
                <a:solidFill>
                  <a:schemeClr val="lt1"/>
                </a:solidFill>
              </a:defRPr>
            </a:lvl3pPr>
            <a:lvl4pPr lvl="3">
              <a:spcBef>
                <a:spcPts val="0"/>
              </a:spcBef>
              <a:spcAft>
                <a:spcPts val="0"/>
              </a:spcAft>
              <a:buClr>
                <a:schemeClr val="lt1"/>
              </a:buClr>
              <a:buSzPts val="1200"/>
              <a:buNone/>
              <a:defRPr>
                <a:solidFill>
                  <a:schemeClr val="lt1"/>
                </a:solidFill>
              </a:defRPr>
            </a:lvl4pPr>
            <a:lvl5pPr lvl="4">
              <a:spcBef>
                <a:spcPts val="0"/>
              </a:spcBef>
              <a:spcAft>
                <a:spcPts val="0"/>
              </a:spcAft>
              <a:buClr>
                <a:schemeClr val="lt1"/>
              </a:buClr>
              <a:buSzPts val="1200"/>
              <a:buNone/>
              <a:defRPr>
                <a:solidFill>
                  <a:schemeClr val="lt1"/>
                </a:solidFill>
              </a:defRPr>
            </a:lvl5pPr>
            <a:lvl6pPr lvl="5">
              <a:spcBef>
                <a:spcPts val="0"/>
              </a:spcBef>
              <a:spcAft>
                <a:spcPts val="0"/>
              </a:spcAft>
              <a:buClr>
                <a:schemeClr val="lt1"/>
              </a:buClr>
              <a:buSzPts val="1200"/>
              <a:buNone/>
              <a:defRPr>
                <a:solidFill>
                  <a:schemeClr val="lt1"/>
                </a:solidFill>
              </a:defRPr>
            </a:lvl6pPr>
            <a:lvl7pPr lvl="6">
              <a:spcBef>
                <a:spcPts val="0"/>
              </a:spcBef>
              <a:spcAft>
                <a:spcPts val="0"/>
              </a:spcAft>
              <a:buClr>
                <a:schemeClr val="lt1"/>
              </a:buClr>
              <a:buSzPts val="1200"/>
              <a:buNone/>
              <a:defRPr>
                <a:solidFill>
                  <a:schemeClr val="lt1"/>
                </a:solidFill>
              </a:defRPr>
            </a:lvl7pPr>
            <a:lvl8pPr lvl="7">
              <a:spcBef>
                <a:spcPts val="0"/>
              </a:spcBef>
              <a:spcAft>
                <a:spcPts val="0"/>
              </a:spcAft>
              <a:buClr>
                <a:schemeClr val="lt1"/>
              </a:buClr>
              <a:buSzPts val="1200"/>
              <a:buNone/>
              <a:defRPr>
                <a:solidFill>
                  <a:schemeClr val="lt1"/>
                </a:solidFill>
              </a:defRPr>
            </a:lvl8pPr>
            <a:lvl9pPr lvl="8">
              <a:spcBef>
                <a:spcPts val="0"/>
              </a:spcBef>
              <a:spcAft>
                <a:spcPts val="0"/>
              </a:spcAft>
              <a:buClr>
                <a:schemeClr val="lt1"/>
              </a:buClr>
              <a:buSzPts val="1200"/>
              <a:buNone/>
              <a:defRPr>
                <a:solidFill>
                  <a:schemeClr val="lt1"/>
                </a:solidFill>
              </a:defRPr>
            </a:lvl9pPr>
          </a:lstStyle>
          <a:p/>
        </p:txBody>
      </p:sp>
      <p:sp>
        <p:nvSpPr>
          <p:cNvPr id="396" name="Google Shape;396;p46"/>
          <p:cNvSpPr txBox="1"/>
          <p:nvPr>
            <p:ph hasCustomPrompt="1" idx="8" type="title"/>
          </p:nvPr>
        </p:nvSpPr>
        <p:spPr>
          <a:xfrm>
            <a:off x="4654200" y="2847300"/>
            <a:ext cx="4032600" cy="762000"/>
          </a:xfrm>
          <a:prstGeom prst="rect">
            <a:avLst/>
          </a:prstGeom>
        </p:spPr>
        <p:txBody>
          <a:bodyPr anchorCtr="0" anchor="b" bIns="0" lIns="182875" spcFirstLastPara="1" rIns="182875" wrap="square" tIns="0">
            <a:norm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12000"/>
              <a:buNone/>
              <a:defRPr sz="12000">
                <a:solidFill>
                  <a:schemeClr val="dk2"/>
                </a:solidFill>
              </a:defRPr>
            </a:lvl2pPr>
            <a:lvl3pPr lvl="2">
              <a:spcBef>
                <a:spcPts val="0"/>
              </a:spcBef>
              <a:spcAft>
                <a:spcPts val="0"/>
              </a:spcAft>
              <a:buClr>
                <a:schemeClr val="dk2"/>
              </a:buClr>
              <a:buSzPts val="12000"/>
              <a:buNone/>
              <a:defRPr sz="12000">
                <a:solidFill>
                  <a:schemeClr val="dk2"/>
                </a:solidFill>
              </a:defRPr>
            </a:lvl3pPr>
            <a:lvl4pPr lvl="3">
              <a:spcBef>
                <a:spcPts val="0"/>
              </a:spcBef>
              <a:spcAft>
                <a:spcPts val="0"/>
              </a:spcAft>
              <a:buClr>
                <a:schemeClr val="dk2"/>
              </a:buClr>
              <a:buSzPts val="12000"/>
              <a:buNone/>
              <a:defRPr sz="12000">
                <a:solidFill>
                  <a:schemeClr val="dk2"/>
                </a:solidFill>
              </a:defRPr>
            </a:lvl4pPr>
            <a:lvl5pPr lvl="4">
              <a:spcBef>
                <a:spcPts val="0"/>
              </a:spcBef>
              <a:spcAft>
                <a:spcPts val="0"/>
              </a:spcAft>
              <a:buClr>
                <a:schemeClr val="dk2"/>
              </a:buClr>
              <a:buSzPts val="12000"/>
              <a:buNone/>
              <a:defRPr sz="12000">
                <a:solidFill>
                  <a:schemeClr val="dk2"/>
                </a:solidFill>
              </a:defRPr>
            </a:lvl5pPr>
            <a:lvl6pPr lvl="5">
              <a:spcBef>
                <a:spcPts val="0"/>
              </a:spcBef>
              <a:spcAft>
                <a:spcPts val="0"/>
              </a:spcAft>
              <a:buClr>
                <a:schemeClr val="dk2"/>
              </a:buClr>
              <a:buSzPts val="12000"/>
              <a:buNone/>
              <a:defRPr sz="12000">
                <a:solidFill>
                  <a:schemeClr val="dk2"/>
                </a:solidFill>
              </a:defRPr>
            </a:lvl6pPr>
            <a:lvl7pPr lvl="6">
              <a:spcBef>
                <a:spcPts val="0"/>
              </a:spcBef>
              <a:spcAft>
                <a:spcPts val="0"/>
              </a:spcAft>
              <a:buClr>
                <a:schemeClr val="dk2"/>
              </a:buClr>
              <a:buSzPts val="12000"/>
              <a:buNone/>
              <a:defRPr sz="12000">
                <a:solidFill>
                  <a:schemeClr val="dk2"/>
                </a:solidFill>
              </a:defRPr>
            </a:lvl7pPr>
            <a:lvl8pPr lvl="7">
              <a:spcBef>
                <a:spcPts val="0"/>
              </a:spcBef>
              <a:spcAft>
                <a:spcPts val="0"/>
              </a:spcAft>
              <a:buClr>
                <a:schemeClr val="dk2"/>
              </a:buClr>
              <a:buSzPts val="12000"/>
              <a:buNone/>
              <a:defRPr sz="12000">
                <a:solidFill>
                  <a:schemeClr val="dk2"/>
                </a:solidFill>
              </a:defRPr>
            </a:lvl8pPr>
            <a:lvl9pPr lvl="8">
              <a:spcBef>
                <a:spcPts val="0"/>
              </a:spcBef>
              <a:spcAft>
                <a:spcPts val="0"/>
              </a:spcAft>
              <a:buClr>
                <a:schemeClr val="dk2"/>
              </a:buClr>
              <a:buSzPts val="12000"/>
              <a:buNone/>
              <a:defRPr sz="12000">
                <a:solidFill>
                  <a:schemeClr val="dk2"/>
                </a:solidFill>
              </a:defRPr>
            </a:lvl9pPr>
          </a:lstStyle>
          <a:p>
            <a:r>
              <a:t>xx%</a:t>
            </a:r>
          </a:p>
        </p:txBody>
      </p:sp>
      <p:sp>
        <p:nvSpPr>
          <p:cNvPr id="397" name="Google Shape;397;p4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398" name="Google Shape;398;p46"/>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a:t>
            </a:r>
            <a:r>
              <a:rPr lang="en" sz="600">
                <a:solidFill>
                  <a:srgbClr val="9898A8"/>
                </a:solidFill>
                <a:latin typeface="Inter"/>
                <a:ea typeface="Inter"/>
                <a:cs typeface="Inter"/>
                <a:sym typeface="Inter"/>
              </a:rPr>
              <a:t>2026</a:t>
            </a:r>
            <a:r>
              <a:rPr lang="en" sz="600">
                <a:solidFill>
                  <a:srgbClr val="9898A8"/>
                </a:solidFill>
                <a:latin typeface="Inter"/>
                <a:ea typeface="Inter"/>
                <a:cs typeface="Inter"/>
                <a:sym typeface="Inter"/>
              </a:rPr>
              <a:t> tycoworks. All Rights Reserved.</a:t>
            </a:r>
            <a:endParaRPr sz="600">
              <a:solidFill>
                <a:srgbClr val="9898A8"/>
              </a:solidFill>
              <a:latin typeface="Inter"/>
              <a:ea typeface="Inter"/>
              <a:cs typeface="Inter"/>
              <a:sym typeface="Inte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1" type="blank">
  <p:cSld name="BLANK">
    <p:bg>
      <p:bgPr>
        <a:blipFill>
          <a:blip r:embed="rId2">
            <a:alphaModFix/>
          </a:blip>
          <a:stretch>
            <a:fillRect/>
          </a:stretch>
        </a:blipFill>
      </p:bgPr>
    </p:bg>
    <p:spTree>
      <p:nvGrpSpPr>
        <p:cNvPr id="444" name="Shape 444"/>
        <p:cNvGrpSpPr/>
        <p:nvPr/>
      </p:nvGrpSpPr>
      <p:grpSpPr>
        <a:xfrm>
          <a:off x="0" y="0"/>
          <a:ext cx="0" cy="0"/>
          <a:chOff x="0" y="0"/>
          <a:chExt cx="0" cy="0"/>
        </a:xfrm>
      </p:grpSpPr>
      <p:pic>
        <p:nvPicPr>
          <p:cNvPr id="445" name="Google Shape;445;p50" title="logo_logomark-9.png"/>
          <p:cNvPicPr preferRelativeResize="0"/>
          <p:nvPr/>
        </p:nvPicPr>
        <p:blipFill>
          <a:blip r:embed="rId3">
            <a:alphaModFix/>
          </a:blip>
          <a:stretch>
            <a:fillRect/>
          </a:stretch>
        </p:blipFill>
        <p:spPr>
          <a:xfrm>
            <a:off x="457199" y="4837175"/>
            <a:ext cx="197509" cy="164592"/>
          </a:xfrm>
          <a:prstGeom prst="rect">
            <a:avLst/>
          </a:prstGeom>
          <a:noFill/>
          <a:ln>
            <a:noFill/>
          </a:ln>
        </p:spPr>
      </p:pic>
      <p:sp>
        <p:nvSpPr>
          <p:cNvPr id="446" name="Google Shape;446;p5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50"/>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chemeClr val="lt2"/>
                </a:solidFill>
                <a:latin typeface="Inter"/>
                <a:ea typeface="Inter"/>
                <a:cs typeface="Inter"/>
                <a:sym typeface="Inter"/>
              </a:rPr>
              <a:t>Copyright © </a:t>
            </a:r>
            <a:r>
              <a:rPr lang="en" sz="600">
                <a:solidFill>
                  <a:schemeClr val="lt2"/>
                </a:solidFill>
                <a:latin typeface="Inter"/>
                <a:ea typeface="Inter"/>
                <a:cs typeface="Inter"/>
                <a:sym typeface="Inter"/>
              </a:rPr>
              <a:t>2026</a:t>
            </a:r>
            <a:r>
              <a:rPr lang="en" sz="600">
                <a:solidFill>
                  <a:schemeClr val="lt2"/>
                </a:solidFill>
                <a:latin typeface="Inter"/>
                <a:ea typeface="Inter"/>
                <a:cs typeface="Inter"/>
                <a:sym typeface="Inter"/>
              </a:rPr>
              <a:t> tycoworks. All Rights Reserved.</a:t>
            </a:r>
            <a:endParaRPr sz="600">
              <a:solidFill>
                <a:schemeClr val="lt2"/>
              </a:solidFill>
              <a:latin typeface="Inter"/>
              <a:ea typeface="Inter"/>
              <a:cs typeface="Inter"/>
              <a:sym typeface="Inter"/>
            </a:endParaRPr>
          </a:p>
        </p:txBody>
      </p:sp>
      <p:sp>
        <p:nvSpPr>
          <p:cNvPr id="448" name="Google Shape;448;p50"/>
          <p:cNvSpPr txBox="1"/>
          <p:nvPr>
            <p:ph idx="1" type="subTitle"/>
          </p:nvPr>
        </p:nvSpPr>
        <p:spPr>
          <a:xfrm>
            <a:off x="1856225" y="3255275"/>
            <a:ext cx="5431500" cy="1435500"/>
          </a:xfrm>
          <a:prstGeom prst="rect">
            <a:avLst/>
          </a:prstGeom>
        </p:spPr>
        <p:txBody>
          <a:bodyPr anchorCtr="0" anchor="t" bIns="0" lIns="0" spcFirstLastPara="1" rIns="0" wrap="square" tIns="0">
            <a:normAutofit/>
          </a:bodyPr>
          <a:lstStyle>
            <a:lvl1pPr lvl="0" algn="ctr">
              <a:spcBef>
                <a:spcPts val="0"/>
              </a:spcBef>
              <a:spcAft>
                <a:spcPts val="0"/>
              </a:spcAft>
              <a:buClr>
                <a:schemeClr val="lt2"/>
              </a:buClr>
              <a:buSzPts val="1400"/>
              <a:buNone/>
              <a:defRPr sz="1400">
                <a:solidFill>
                  <a:schemeClr val="lt2"/>
                </a:solidFill>
              </a:defRPr>
            </a:lvl1pPr>
            <a:lvl2pPr lvl="1"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2pPr>
            <a:lvl3pPr lvl="2"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3pPr>
            <a:lvl4pPr lvl="3"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4pPr>
            <a:lvl5pPr lvl="4"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5pPr>
            <a:lvl6pPr lvl="5"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6pPr>
            <a:lvl7pPr lvl="6"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7pPr>
            <a:lvl8pPr lvl="7"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8pPr>
            <a:lvl9pPr lvl="8" algn="ctr">
              <a:spcBef>
                <a:spcPts val="0"/>
              </a:spcBef>
              <a:spcAft>
                <a:spcPts val="0"/>
              </a:spcAft>
              <a:buClr>
                <a:schemeClr val="lt2"/>
              </a:buClr>
              <a:buSzPts val="1400"/>
              <a:buFont typeface="Inter SemiBold"/>
              <a:buNone/>
              <a:defRPr sz="1400">
                <a:solidFill>
                  <a:schemeClr val="lt2"/>
                </a:solidFill>
                <a:latin typeface="Inter SemiBold"/>
                <a:ea typeface="Inter SemiBold"/>
                <a:cs typeface="Inter SemiBold"/>
                <a:sym typeface="Inter SemiBold"/>
              </a:defRPr>
            </a:lvl9pPr>
          </a:lstStyle>
          <a:p/>
        </p:txBody>
      </p:sp>
      <p:pic>
        <p:nvPicPr>
          <p:cNvPr id="449" name="Google Shape;449;p50" title="logo_logomark-9.png"/>
          <p:cNvPicPr preferRelativeResize="0"/>
          <p:nvPr/>
        </p:nvPicPr>
        <p:blipFill>
          <a:blip r:embed="rId3">
            <a:alphaModFix/>
          </a:blip>
          <a:stretch>
            <a:fillRect/>
          </a:stretch>
        </p:blipFill>
        <p:spPr>
          <a:xfrm>
            <a:off x="4198934" y="1554103"/>
            <a:ext cx="746132" cy="621794"/>
          </a:xfrm>
          <a:prstGeom prst="rect">
            <a:avLst/>
          </a:prstGeom>
          <a:noFill/>
          <a:ln>
            <a:noFill/>
          </a:ln>
        </p:spPr>
      </p:pic>
      <p:sp>
        <p:nvSpPr>
          <p:cNvPr id="450" name="Google Shape;450;p50"/>
          <p:cNvSpPr txBox="1"/>
          <p:nvPr>
            <p:ph type="title"/>
          </p:nvPr>
        </p:nvSpPr>
        <p:spPr>
          <a:xfrm>
            <a:off x="457200" y="2481100"/>
            <a:ext cx="8229600" cy="621900"/>
          </a:xfrm>
          <a:prstGeom prst="rect">
            <a:avLst/>
          </a:prstGeom>
        </p:spPr>
        <p:txBody>
          <a:bodyPr anchorCtr="0" anchor="t" bIns="0" lIns="0" spcFirstLastPara="1" rIns="0" wrap="square" tIns="0">
            <a:spAutoFit/>
          </a:bodyPr>
          <a:lstStyle>
            <a:lvl1pPr lvl="0" algn="ctr">
              <a:spcBef>
                <a:spcPts val="0"/>
              </a:spcBef>
              <a:spcAft>
                <a:spcPts val="0"/>
              </a:spcAft>
              <a:buSzPts val="4000"/>
              <a:buNone/>
              <a:defRPr sz="40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Box - Light">
  <p:cSld name="BLANK_2_1_1">
    <p:bg>
      <p:bgPr>
        <a:solidFill>
          <a:schemeClr val="dk1"/>
        </a:solidFill>
      </p:bgPr>
    </p:bg>
    <p:spTree>
      <p:nvGrpSpPr>
        <p:cNvPr id="472" name="Shape 472"/>
        <p:cNvGrpSpPr/>
        <p:nvPr/>
      </p:nvGrpSpPr>
      <p:grpSpPr>
        <a:xfrm>
          <a:off x="0" y="0"/>
          <a:ext cx="0" cy="0"/>
          <a:chOff x="0" y="0"/>
          <a:chExt cx="0" cy="0"/>
        </a:xfrm>
      </p:grpSpPr>
      <p:pic>
        <p:nvPicPr>
          <p:cNvPr id="473" name="Google Shape;473;p55" title="logo_logomark-9.png"/>
          <p:cNvPicPr preferRelativeResize="0"/>
          <p:nvPr/>
        </p:nvPicPr>
        <p:blipFill>
          <a:blip r:embed="rId2">
            <a:alphaModFix/>
          </a:blip>
          <a:stretch>
            <a:fillRect/>
          </a:stretch>
        </p:blipFill>
        <p:spPr>
          <a:xfrm>
            <a:off x="457199" y="4837175"/>
            <a:ext cx="197509" cy="164592"/>
          </a:xfrm>
          <a:prstGeom prst="rect">
            <a:avLst/>
          </a:prstGeom>
          <a:noFill/>
          <a:ln>
            <a:noFill/>
          </a:ln>
        </p:spPr>
      </p:pic>
      <p:sp>
        <p:nvSpPr>
          <p:cNvPr id="474" name="Google Shape;474;p55"/>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475" name="Google Shape;475;p55"/>
          <p:cNvSpPr txBox="1"/>
          <p:nvPr/>
        </p:nvSpPr>
        <p:spPr>
          <a:xfrm>
            <a:off x="4654125" y="4871000"/>
            <a:ext cx="3758400" cy="92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sz="600">
                <a:solidFill>
                  <a:srgbClr val="9898A8"/>
                </a:solidFill>
                <a:latin typeface="Inter"/>
                <a:ea typeface="Inter"/>
                <a:cs typeface="Inter"/>
                <a:sym typeface="Inter"/>
              </a:rPr>
              <a:t>Copyright © 2026 tycoworks. All Rights Reserved.</a:t>
            </a:r>
            <a:endParaRPr sz="600">
              <a:solidFill>
                <a:srgbClr val="9898A8"/>
              </a:solidFill>
              <a:latin typeface="Inter"/>
              <a:ea typeface="Inter"/>
              <a:cs typeface="Inter"/>
              <a:sym typeface="Inter"/>
            </a:endParaRPr>
          </a:p>
        </p:txBody>
      </p:sp>
      <p:sp>
        <p:nvSpPr>
          <p:cNvPr id="476" name="Google Shape;476;p55"/>
          <p:cNvSpPr txBox="1"/>
          <p:nvPr>
            <p:ph type="title"/>
          </p:nvPr>
        </p:nvSpPr>
        <p:spPr>
          <a:xfrm>
            <a:off x="457200" y="445450"/>
            <a:ext cx="8229600" cy="543000"/>
          </a:xfrm>
          <a:prstGeom prst="rect">
            <a:avLst/>
          </a:prstGeom>
        </p:spPr>
        <p:txBody>
          <a:bodyPr anchorCtr="0" anchor="t" bIns="0" lIns="0" spcFirstLastPara="1" rIns="0" wrap="square" tIns="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77" name="Google Shape;477;p55"/>
          <p:cNvSpPr/>
          <p:nvPr/>
        </p:nvSpPr>
        <p:spPr>
          <a:xfrm>
            <a:off x="457150" y="1117475"/>
            <a:ext cx="8229600" cy="3434700"/>
          </a:xfrm>
          <a:prstGeom prst="roundRect">
            <a:avLst>
              <a:gd fmla="val 2699" name="adj"/>
            </a:avLst>
          </a:prstGeom>
          <a:solidFill>
            <a:srgbClr val="A78BFA">
              <a:alpha val="20000"/>
            </a:srgbClr>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478" name="Google Shape;478;p55"/>
          <p:cNvSpPr txBox="1"/>
          <p:nvPr>
            <p:ph idx="1" type="body"/>
          </p:nvPr>
        </p:nvSpPr>
        <p:spPr>
          <a:xfrm>
            <a:off x="654700" y="1301900"/>
            <a:ext cx="7815600" cy="3069300"/>
          </a:xfrm>
          <a:prstGeom prst="rect">
            <a:avLst/>
          </a:prstGeom>
        </p:spPr>
        <p:txBody>
          <a:bodyPr anchorCtr="0" anchor="t" bIns="0" lIns="0" spcFirstLastPara="1" rIns="0" wrap="square" tIns="0">
            <a:normAutofit/>
          </a:bodyPr>
          <a:lstStyle>
            <a:lvl1pPr indent="-292100" lvl="0" marL="4572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1pPr>
            <a:lvl2pPr indent="-292100" lvl="1" marL="9144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2pPr>
            <a:lvl3pPr indent="-292100" lvl="2" marL="13716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3pPr>
            <a:lvl4pPr indent="-292100" lvl="3" marL="18288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4pPr>
            <a:lvl5pPr indent="-292100" lvl="4" marL="22860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5pPr>
            <a:lvl6pPr indent="-292100" lvl="5" marL="27432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6pPr>
            <a:lvl7pPr indent="-292100" lvl="6" marL="32004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7pPr>
            <a:lvl8pPr indent="-292100" lvl="7" marL="36576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8pPr>
            <a:lvl9pPr indent="-292100" lvl="8" marL="4114800">
              <a:spcBef>
                <a:spcPts val="0"/>
              </a:spcBef>
              <a:spcAft>
                <a:spcPts val="0"/>
              </a:spcAft>
              <a:buClr>
                <a:schemeClr val="lt1"/>
              </a:buClr>
              <a:buSzPts val="1000"/>
              <a:buFont typeface="Fira Code"/>
              <a:buChar char="■"/>
              <a:defRPr sz="1000">
                <a:solidFill>
                  <a:schemeClr val="lt1"/>
                </a:solidFill>
                <a:latin typeface="Fira Code"/>
                <a:ea typeface="Fira Code"/>
                <a:cs typeface="Fira Code"/>
                <a:sym typeface="Fira Cod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3" Type="http://schemas.openxmlformats.org/officeDocument/2006/relationships/slideLayout" Target="../slideLayouts/slideLayout43.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9" Type="http://schemas.openxmlformats.org/officeDocument/2006/relationships/slideLayout" Target="../slideLayouts/slideLayout9.xml"/><Relationship Id="rId49" Type="http://schemas.openxmlformats.org/officeDocument/2006/relationships/slideLayout" Target="../slideLayouts/slideLayout49.xml"/><Relationship Id="rId5" Type="http://schemas.openxmlformats.org/officeDocument/2006/relationships/slideLayout" Target="../slideLayouts/slideLayout5.xml"/><Relationship Id="rId31" Type="http://schemas.openxmlformats.org/officeDocument/2006/relationships/slideLayout" Target="../slideLayouts/slideLayout31.xml"/><Relationship Id="rId33" Type="http://schemas.openxmlformats.org/officeDocument/2006/relationships/slideLayout" Target="../slideLayouts/slideLayout33.xml"/><Relationship Id="rId35" Type="http://schemas.openxmlformats.org/officeDocument/2006/relationships/slideLayout" Target="../slideLayouts/slideLayout35.xml"/><Relationship Id="rId39" Type="http://schemas.openxmlformats.org/officeDocument/2006/relationships/slideLayout" Target="../slideLayouts/slideLayout39.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55" Type="http://schemas.openxmlformats.org/officeDocument/2006/relationships/theme" Target="../theme/theme2.xml"/><Relationship Id="rId54" Type="http://schemas.openxmlformats.org/officeDocument/2006/relationships/slideLayout" Target="../slideLayouts/slideLayout54.xml"/><Relationship Id="rId17"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457775"/>
            <a:ext cx="8229600" cy="572700"/>
          </a:xfrm>
          <a:prstGeom prst="rect">
            <a:avLst/>
          </a:prstGeom>
          <a:noFill/>
          <a:ln>
            <a:noFill/>
          </a:ln>
        </p:spPr>
        <p:txBody>
          <a:bodyPr anchorCtr="0" anchor="t" bIns="0" lIns="0" spcFirstLastPara="1" rIns="0" wrap="square" tIns="0">
            <a:spAutoFit/>
          </a:bodyPr>
          <a:lstStyle>
            <a:lvl1pPr lvl="0">
              <a:lnSpc>
                <a:spcPct val="115000"/>
              </a:lnSpc>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1pPr>
            <a:lvl2pPr lvl="1">
              <a:lnSpc>
                <a:spcPct val="115000"/>
              </a:lnSpc>
              <a:spcBef>
                <a:spcPts val="0"/>
              </a:spcBef>
              <a:spcAft>
                <a:spcPts val="0"/>
              </a:spcAft>
              <a:buClr>
                <a:schemeClr val="dk1"/>
              </a:buClr>
              <a:buSzPts val="2800"/>
              <a:buNone/>
              <a:defRPr sz="2800">
                <a:solidFill>
                  <a:schemeClr val="dk1"/>
                </a:solidFill>
              </a:defRPr>
            </a:lvl2pPr>
            <a:lvl3pPr lvl="2">
              <a:lnSpc>
                <a:spcPct val="115000"/>
              </a:lnSpc>
              <a:spcBef>
                <a:spcPts val="0"/>
              </a:spcBef>
              <a:spcAft>
                <a:spcPts val="0"/>
              </a:spcAft>
              <a:buClr>
                <a:schemeClr val="dk1"/>
              </a:buClr>
              <a:buSzPts val="2800"/>
              <a:buNone/>
              <a:defRPr sz="2800">
                <a:solidFill>
                  <a:schemeClr val="dk1"/>
                </a:solidFill>
              </a:defRPr>
            </a:lvl3pPr>
            <a:lvl4pPr lvl="3">
              <a:lnSpc>
                <a:spcPct val="115000"/>
              </a:lnSpc>
              <a:spcBef>
                <a:spcPts val="0"/>
              </a:spcBef>
              <a:spcAft>
                <a:spcPts val="0"/>
              </a:spcAft>
              <a:buClr>
                <a:schemeClr val="dk1"/>
              </a:buClr>
              <a:buSzPts val="2800"/>
              <a:buNone/>
              <a:defRPr sz="2800">
                <a:solidFill>
                  <a:schemeClr val="dk1"/>
                </a:solidFill>
              </a:defRPr>
            </a:lvl4pPr>
            <a:lvl5pPr lvl="4">
              <a:lnSpc>
                <a:spcPct val="115000"/>
              </a:lnSpc>
              <a:spcBef>
                <a:spcPts val="0"/>
              </a:spcBef>
              <a:spcAft>
                <a:spcPts val="0"/>
              </a:spcAft>
              <a:buClr>
                <a:schemeClr val="dk1"/>
              </a:buClr>
              <a:buSzPts val="2800"/>
              <a:buNone/>
              <a:defRPr sz="2800">
                <a:solidFill>
                  <a:schemeClr val="dk1"/>
                </a:solidFill>
              </a:defRPr>
            </a:lvl5pPr>
            <a:lvl6pPr lvl="5">
              <a:lnSpc>
                <a:spcPct val="115000"/>
              </a:lnSpc>
              <a:spcBef>
                <a:spcPts val="0"/>
              </a:spcBef>
              <a:spcAft>
                <a:spcPts val="0"/>
              </a:spcAft>
              <a:buClr>
                <a:schemeClr val="dk1"/>
              </a:buClr>
              <a:buSzPts val="2800"/>
              <a:buNone/>
              <a:defRPr sz="2800">
                <a:solidFill>
                  <a:schemeClr val="dk1"/>
                </a:solidFill>
              </a:defRPr>
            </a:lvl6pPr>
            <a:lvl7pPr lvl="6">
              <a:lnSpc>
                <a:spcPct val="115000"/>
              </a:lnSpc>
              <a:spcBef>
                <a:spcPts val="0"/>
              </a:spcBef>
              <a:spcAft>
                <a:spcPts val="0"/>
              </a:spcAft>
              <a:buClr>
                <a:schemeClr val="dk1"/>
              </a:buClr>
              <a:buSzPts val="2800"/>
              <a:buNone/>
              <a:defRPr sz="2800">
                <a:solidFill>
                  <a:schemeClr val="dk1"/>
                </a:solidFill>
              </a:defRPr>
            </a:lvl7pPr>
            <a:lvl8pPr lvl="7">
              <a:lnSpc>
                <a:spcPct val="115000"/>
              </a:lnSpc>
              <a:spcBef>
                <a:spcPts val="0"/>
              </a:spcBef>
              <a:spcAft>
                <a:spcPts val="0"/>
              </a:spcAft>
              <a:buClr>
                <a:schemeClr val="dk1"/>
              </a:buClr>
              <a:buSzPts val="2800"/>
              <a:buNone/>
              <a:defRPr sz="2800">
                <a:solidFill>
                  <a:schemeClr val="dk1"/>
                </a:solidFill>
              </a:defRPr>
            </a:lvl8pPr>
            <a:lvl9pPr lvl="8">
              <a:lnSpc>
                <a:spcPct val="115000"/>
              </a:lnSpc>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457200" y="1152475"/>
            <a:ext cx="8229600" cy="3416400"/>
          </a:xfrm>
          <a:prstGeom prst="rect">
            <a:avLst/>
          </a:prstGeom>
          <a:noFill/>
          <a:ln>
            <a:noFill/>
          </a:ln>
        </p:spPr>
        <p:txBody>
          <a:bodyPr anchorCtr="0" anchor="t" bIns="0" lIns="0" spcFirstLastPara="1" rIns="0" wrap="square" tIns="0">
            <a:normAutofit/>
          </a:bodyPr>
          <a:lstStyle>
            <a:lvl1pPr indent="-304800" lvl="0" marL="4572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1pPr>
            <a:lvl2pPr indent="-304800" lvl="1" marL="9144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2pPr>
            <a:lvl3pPr indent="-304800" lvl="2" marL="13716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3pPr>
            <a:lvl4pPr indent="-304800" lvl="3" marL="18288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4pPr>
            <a:lvl5pPr indent="-304800" lvl="4" marL="22860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5pPr>
            <a:lvl6pPr indent="-304800" lvl="5" marL="27432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6pPr>
            <a:lvl7pPr indent="-304800" lvl="6" marL="32004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7pPr>
            <a:lvl8pPr indent="-304800" lvl="7" marL="36576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8pPr>
            <a:lvl9pPr indent="-304800" lvl="8" marL="4114800">
              <a:lnSpc>
                <a:spcPct val="115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9pPr>
          </a:lstStyle>
          <a:p/>
        </p:txBody>
      </p:sp>
      <p:sp>
        <p:nvSpPr>
          <p:cNvPr id="8" name="Google Shape;8;p1"/>
          <p:cNvSpPr txBox="1"/>
          <p:nvPr>
            <p:ph idx="12" type="sldNum"/>
          </p:nvPr>
        </p:nvSpPr>
        <p:spPr>
          <a:xfrm>
            <a:off x="8147304" y="4690872"/>
            <a:ext cx="539400" cy="457200"/>
          </a:xfrm>
          <a:prstGeom prst="rect">
            <a:avLst/>
          </a:prstGeom>
          <a:noFill/>
          <a:ln>
            <a:noFill/>
          </a:ln>
        </p:spPr>
        <p:txBody>
          <a:bodyPr anchorCtr="0" anchor="ctr" bIns="0" lIns="0" spcFirstLastPara="1" rIns="0" wrap="square" tIns="0">
            <a:normAutofit/>
          </a:bodyPr>
          <a:lstStyle>
            <a:lvl1pPr lvl="0" algn="r">
              <a:buNone/>
              <a:defRPr sz="700">
                <a:solidFill>
                  <a:schemeClr val="dk1"/>
                </a:solidFill>
                <a:latin typeface="Inter SemiBold"/>
                <a:ea typeface="Inter SemiBold"/>
                <a:cs typeface="Inter SemiBold"/>
                <a:sym typeface="Inter SemiBold"/>
              </a:defRPr>
            </a:lvl1pPr>
            <a:lvl2pPr lvl="1" algn="r">
              <a:buNone/>
              <a:defRPr sz="700">
                <a:solidFill>
                  <a:schemeClr val="dk1"/>
                </a:solidFill>
                <a:latin typeface="Inter SemiBold"/>
                <a:ea typeface="Inter SemiBold"/>
                <a:cs typeface="Inter SemiBold"/>
                <a:sym typeface="Inter SemiBold"/>
              </a:defRPr>
            </a:lvl2pPr>
            <a:lvl3pPr lvl="2" algn="r">
              <a:buNone/>
              <a:defRPr sz="700">
                <a:solidFill>
                  <a:schemeClr val="dk1"/>
                </a:solidFill>
                <a:latin typeface="Inter SemiBold"/>
                <a:ea typeface="Inter SemiBold"/>
                <a:cs typeface="Inter SemiBold"/>
                <a:sym typeface="Inter SemiBold"/>
              </a:defRPr>
            </a:lvl3pPr>
            <a:lvl4pPr lvl="3" algn="r">
              <a:buNone/>
              <a:defRPr sz="700">
                <a:solidFill>
                  <a:schemeClr val="dk1"/>
                </a:solidFill>
                <a:latin typeface="Inter SemiBold"/>
                <a:ea typeface="Inter SemiBold"/>
                <a:cs typeface="Inter SemiBold"/>
                <a:sym typeface="Inter SemiBold"/>
              </a:defRPr>
            </a:lvl4pPr>
            <a:lvl5pPr lvl="4" algn="r">
              <a:buNone/>
              <a:defRPr sz="700">
                <a:solidFill>
                  <a:schemeClr val="dk1"/>
                </a:solidFill>
                <a:latin typeface="Inter SemiBold"/>
                <a:ea typeface="Inter SemiBold"/>
                <a:cs typeface="Inter SemiBold"/>
                <a:sym typeface="Inter SemiBold"/>
              </a:defRPr>
            </a:lvl5pPr>
            <a:lvl6pPr lvl="5" algn="r">
              <a:buNone/>
              <a:defRPr sz="700">
                <a:solidFill>
                  <a:schemeClr val="dk1"/>
                </a:solidFill>
                <a:latin typeface="Inter SemiBold"/>
                <a:ea typeface="Inter SemiBold"/>
                <a:cs typeface="Inter SemiBold"/>
                <a:sym typeface="Inter SemiBold"/>
              </a:defRPr>
            </a:lvl6pPr>
            <a:lvl7pPr lvl="6" algn="r">
              <a:buNone/>
              <a:defRPr sz="700">
                <a:solidFill>
                  <a:schemeClr val="dk1"/>
                </a:solidFill>
                <a:latin typeface="Inter SemiBold"/>
                <a:ea typeface="Inter SemiBold"/>
                <a:cs typeface="Inter SemiBold"/>
                <a:sym typeface="Inter SemiBold"/>
              </a:defRPr>
            </a:lvl7pPr>
            <a:lvl8pPr lvl="7" algn="r">
              <a:buNone/>
              <a:defRPr sz="700">
                <a:solidFill>
                  <a:schemeClr val="dk1"/>
                </a:solidFill>
                <a:latin typeface="Inter SemiBold"/>
                <a:ea typeface="Inter SemiBold"/>
                <a:cs typeface="Inter SemiBold"/>
                <a:sym typeface="Inter SemiBold"/>
              </a:defRPr>
            </a:lvl8pPr>
            <a:lvl9pPr lvl="8" algn="r">
              <a:buNone/>
              <a:defRPr sz="700">
                <a:solidFill>
                  <a:schemeClr val="dk1"/>
                </a:solidFill>
                <a:latin typeface="Inter SemiBold"/>
                <a:ea typeface="Inter SemiBold"/>
                <a:cs typeface="Inter SemiBold"/>
                <a:sym typeface="Inter SemiBold"/>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2" r:id="rId5"/>
    <p:sldLayoutId id="2147483656" r:id="rId9"/>
    <p:sldLayoutId id="2147483658" r:id="rId11"/>
    <p:sldLayoutId id="2147483664" r:id="rId17"/>
    <p:sldLayoutId id="2147483674" r:id="rId27"/>
    <p:sldLayoutId id="2147483676" r:id="rId29"/>
    <p:sldLayoutId id="2147483678" r:id="rId31"/>
    <p:sldLayoutId id="2147483680" r:id="rId33"/>
    <p:sldLayoutId id="2147483682" r:id="rId35"/>
    <p:sldLayoutId id="2147483686" r:id="rId39"/>
    <p:sldLayoutId id="2147483690" r:id="rId43"/>
    <p:sldLayoutId id="2147483692" r:id="rId45"/>
    <p:sldLayoutId id="2147483696" r:id="rId49"/>
    <p:sldLayoutId id="2147483701" r:id="rId5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88">
          <p15:clr>
            <a:srgbClr val="9898A8"/>
          </p15:clr>
        </p15:guide>
        <p15:guide id="2" pos="628">
          <p15:clr>
            <a:srgbClr val="9898A8"/>
          </p15:clr>
        </p15:guide>
        <p15:guide id="3" pos="732">
          <p15:clr>
            <a:srgbClr val="9898A8"/>
          </p15:clr>
        </p15:guide>
        <p15:guide id="4" pos="1066">
          <p15:clr>
            <a:srgbClr val="9898A8"/>
          </p15:clr>
        </p15:guide>
        <p15:guide id="5" pos="1169">
          <p15:clr>
            <a:srgbClr val="9898A8"/>
          </p15:clr>
        </p15:guide>
        <p15:guide id="6" pos="1503">
          <p15:clr>
            <a:srgbClr val="9898A8"/>
          </p15:clr>
        </p15:guide>
        <p15:guide id="7" pos="1613">
          <p15:clr>
            <a:srgbClr val="9898A8"/>
          </p15:clr>
        </p15:guide>
        <p15:guide id="8" pos="1947">
          <p15:clr>
            <a:srgbClr val="9898A8"/>
          </p15:clr>
        </p15:guide>
        <p15:guide id="9" pos="2051">
          <p15:clr>
            <a:srgbClr val="9898A8"/>
          </p15:clr>
        </p15:guide>
        <p15:guide id="10" pos="2390">
          <p15:clr>
            <a:srgbClr val="9898A8"/>
          </p15:clr>
        </p15:guide>
        <p15:guide id="11" pos="2488">
          <p15:clr>
            <a:srgbClr val="9898A8"/>
          </p15:clr>
        </p15:guide>
        <p15:guide id="12" pos="2828">
          <p15:clr>
            <a:srgbClr val="9898A8"/>
          </p15:clr>
        </p15:guide>
        <p15:guide id="13" pos="2932">
          <p15:clr>
            <a:srgbClr val="9898A8"/>
          </p15:clr>
        </p15:guide>
        <p15:guide id="14" pos="3272">
          <p15:clr>
            <a:srgbClr val="9898A8"/>
          </p15:clr>
        </p15:guide>
        <p15:guide id="15" pos="3375">
          <p15:clr>
            <a:srgbClr val="9898A8"/>
          </p15:clr>
        </p15:guide>
        <p15:guide id="16" pos="3709">
          <p15:clr>
            <a:srgbClr val="9898A8"/>
          </p15:clr>
        </p15:guide>
        <p15:guide id="17" pos="3813">
          <p15:clr>
            <a:srgbClr val="9898A8"/>
          </p15:clr>
        </p15:guide>
        <p15:guide id="18" pos="4147">
          <p15:clr>
            <a:srgbClr val="9898A8"/>
          </p15:clr>
        </p15:guide>
        <p15:guide id="19" pos="4257">
          <p15:clr>
            <a:srgbClr val="9898A8"/>
          </p15:clr>
        </p15:guide>
        <p15:guide id="20" pos="4591">
          <p15:clr>
            <a:srgbClr val="9898A8"/>
          </p15:clr>
        </p15:guide>
        <p15:guide id="21" pos="4694">
          <p15:clr>
            <a:srgbClr val="9898A8"/>
          </p15:clr>
        </p15:guide>
        <p15:guide id="22" pos="5034">
          <p15:clr>
            <a:srgbClr val="9898A8"/>
          </p15:clr>
        </p15:guide>
        <p15:guide id="23" pos="5132">
          <p15:clr>
            <a:srgbClr val="9898A8"/>
          </p15:clr>
        </p15:guide>
        <p15:guide id="24" pos="5472">
          <p15:clr>
            <a:srgbClr val="9898A8"/>
          </p15:clr>
        </p15:guide>
        <p15:guide id="25" orient="horz" pos="288">
          <p15:clr>
            <a:srgbClr val="9898A8"/>
          </p15:clr>
        </p15:guide>
        <p15:guide id="26" orient="horz" pos="1619">
          <p15:clr>
            <a:srgbClr val="9898A8"/>
          </p15:clr>
        </p15:guide>
        <p15:guide id="27" orient="horz" pos="2955">
          <p15:clr>
            <a:srgbClr val="9898A8"/>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4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23.png"/><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8.xml"/><Relationship Id="rId3" Type="http://schemas.openxmlformats.org/officeDocument/2006/relationships/image" Target="../media/image6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9.xml"/><Relationship Id="rId3" Type="http://schemas.openxmlformats.org/officeDocument/2006/relationships/image" Target="../media/image6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0.xml"/><Relationship Id="rId3" Type="http://schemas.openxmlformats.org/officeDocument/2006/relationships/image" Target="../media/image6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14.xml"/><Relationship Id="rId3"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6.xml"/><Relationship Id="rId3"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56"/>
          <p:cNvSpPr txBox="1"/>
          <p:nvPr>
            <p:ph type="ctrTitle"/>
          </p:nvPr>
        </p:nvSpPr>
        <p:spPr>
          <a:xfrm>
            <a:off x="457200" y="744575"/>
            <a:ext cx="8229600" cy="2135700"/>
          </a:xfrm>
          <a:prstGeom prst="rect">
            <a:avLst/>
          </a:prstGeom>
        </p:spPr>
        <p:txBody>
          <a:bodyPr anchorCtr="0" anchor="b" bIns="0" lIns="0" spcFirstLastPara="1" rIns="0" wrap="square" tIns="0">
            <a:normAutofit/>
          </a:bodyPr>
          <a:lstStyle/>
          <a:p>
            <a:pPr indent="0" lvl="0" marL="0" rtl="0" algn="l">
              <a:spcBef>
                <a:spcPts val="0"/>
              </a:spcBef>
              <a:spcAft>
                <a:spcPts val="0"/>
              </a:spcAft>
              <a:buNone/>
            </a:pPr>
            <a:r>
              <a:rPr lang="en"/>
              <a:t>Lorem ipsum dolor</a:t>
            </a:r>
            <a:r>
              <a:rPr lang="en"/>
              <a:t/>
            </a:r>
            <a:r>
              <a:rPr lang="en"/>
              <a:t> sit amet</a:t>
            </a:r>
            <a:endParaRPr/>
          </a:p>
        </p:txBody>
      </p:sp>
      <p:sp>
        <p:nvSpPr>
          <p:cNvPr id="484" name="Google Shape;484;p56"/>
          <p:cNvSpPr txBox="1"/>
          <p:nvPr>
            <p:ph idx="1" type="subTitle"/>
          </p:nvPr>
        </p:nvSpPr>
        <p:spPr>
          <a:xfrm>
            <a:off x="457200" y="3108875"/>
            <a:ext cx="8229600" cy="1581900"/>
          </a:xfrm>
          <a:prstGeom prst="rect">
            <a:avLst/>
          </a:prstGeom>
        </p:spPr>
        <p:txBody>
          <a:bodyPr anchorCtr="0" anchor="t" bIns="0" lIns="0" spcFirstLastPara="1" rIns="0" wrap="square" tIns="0">
            <a:normAutofit/>
          </a:bodyPr>
          <a:lstStyle/>
          <a:p>
            <a:pPr indent="0" lvl="0" marL="0" rtl="0" algn="l">
              <a:lnSpc>
                <a:spcPct val="115000"/>
              </a:lnSpc>
              <a:spcBef>
                <a:spcPts val="0"/>
              </a:spcBef>
              <a:spcAft>
                <a:spcPts val="0"/>
              </a:spcAft>
              <a:buNone/>
            </a:pPr>
            <a:r>
              <a:rPr lang="en"/>
              <a:t>Firstname Lastname</a:t>
            </a:r>
            <a:endParaRPr/>
          </a:p>
          <a:p>
            <a:pPr indent="0" lvl="0" marL="0" rtl="0" algn="l">
              <a:lnSpc>
                <a:spcPct val="115000"/>
              </a:lnSpc>
              <a:spcBef>
                <a:spcPts val="0"/>
              </a:spcBef>
              <a:spcAft>
                <a:spcPts val="0"/>
              </a:spcAft>
              <a:buNone/>
            </a:pPr>
            <a:r>
              <a:rPr i="1" lang="en" sz="1400">
                <a:solidFill>
                  <a:schemeClr val="lt2"/>
                </a:solidFill>
              </a:rPr>
              <a:t>Job Title</a:t>
            </a:r>
            <a:endParaRPr i="1" sz="1400">
              <a:solidFill>
                <a:schemeClr val="lt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95" name="Shape 495"/>
        <p:cNvGrpSpPr/>
        <p:nvPr/>
      </p:nvGrpSpPr>
      <p:grpSpPr>
        <a:xfrm>
          <a:off x="0" y="0"/>
          <a:ext cx="0" cy="0"/>
          <a:chOff x="0" y="0"/>
          <a:chExt cx="0" cy="0"/>
        </a:xfrm>
      </p:grpSpPr>
      <p:sp>
        <p:nvSpPr>
          <p:cNvPr id="496" name="Google Shape;496;p58"/>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Agenda</a:t>
            </a:r>
            <a:endParaRPr/>
          </a:p>
        </p:txBody>
      </p:sp>
      <p:sp>
        <p:nvSpPr>
          <p:cNvPr id="497" name="Google Shape;497;p5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498" name="Google Shape;498;p58"/>
          <p:cNvSpPr txBox="1"/>
          <p:nvPr>
            <p:ph idx="1" type="body"/>
          </p:nvPr>
        </p:nvSpPr>
        <p:spPr>
          <a:xfrm>
            <a:off x="457200" y="888300"/>
            <a:ext cx="8229600" cy="3802800"/>
          </a:xfrm>
          <a:prstGeom prst="rect">
            <a:avLst/>
          </a:prstGeom>
        </p:spPr>
        <p:txBody>
          <a:bodyPr anchorCtr="0" anchor="ctr" bIns="0" lIns="0" spcFirstLastPara="1" rIns="0" wrap="square" tIns="0">
            <a:noAutofit/>
          </a:bodyPr>
          <a:lstStyle/>
          <a:p>
            <a:pPr indent="-330200" lvl="0" marL="457200" rtl="0" algn="l">
              <a:lnSpc>
                <a:spcPct val="200000"/>
              </a:lnSpc>
              <a:spcBef>
                <a:spcPts val="0"/>
              </a:spcBef>
              <a:spcAft>
                <a:spcPts val="0"/>
              </a:spcAft>
              <a:buSzPts val="1600"/>
              <a:buChar char="●"/>
            </a:pPr>
            <a:r>
              <a:rPr lang="en" sz="1600"/>
              <a:t>Section one title that can be quite long</a:t>
            </a:r>
            <a:endParaRPr sz="1600"/>
          </a:p>
          <a:p>
            <a:pPr indent="-330200" lvl="0" marL="457200" rtl="0" algn="l">
              <a:lnSpc>
                <a:spcPct val="200000"/>
              </a:lnSpc>
              <a:spcBef>
                <a:spcPts val="0"/>
              </a:spcBef>
              <a:spcAft>
                <a:spcPts val="0"/>
              </a:spcAft>
              <a:buSzPts val="1600"/>
              <a:buChar char="●"/>
            </a:pPr>
            <a:r>
              <a:rPr lang="en" sz="1600"/>
              <a:t>Section two title that can be quite long</a:t>
            </a:r>
            <a:endParaRPr sz="1600"/>
          </a:p>
          <a:p>
            <a:pPr indent="-330200" lvl="0" marL="457200" rtl="0" algn="l">
              <a:lnSpc>
                <a:spcPct val="200000"/>
              </a:lnSpc>
              <a:spcBef>
                <a:spcPts val="0"/>
              </a:spcBef>
              <a:spcAft>
                <a:spcPts val="0"/>
              </a:spcAft>
              <a:buSzPts val="1600"/>
              <a:buChar char="●"/>
            </a:pPr>
            <a:r>
              <a:rPr lang="en" sz="1600"/>
              <a:t>Section three title that can be quite long</a:t>
            </a:r>
            <a:endParaRPr sz="1600"/>
          </a:p>
          <a:p>
            <a:pPr indent="-330200" lvl="0" marL="457200" rtl="0" algn="l">
              <a:lnSpc>
                <a:spcPct val="200000"/>
              </a:lnSpc>
              <a:spcBef>
                <a:spcPts val="0"/>
              </a:spcBef>
              <a:spcAft>
                <a:spcPts val="0"/>
              </a:spcAft>
              <a:buSzPts val="1600"/>
              <a:buChar char="●"/>
            </a:pPr>
            <a:r>
              <a:rPr lang="en" sz="1600"/>
              <a:t>Section four title that can be quite long</a:t>
            </a:r>
            <a:endParaRPr sz="1600"/>
          </a:p>
          <a:p>
            <a:pPr indent="-330200" lvl="0" marL="457200" rtl="0" algn="l">
              <a:lnSpc>
                <a:spcPct val="200000"/>
              </a:lnSpc>
              <a:spcBef>
                <a:spcPts val="0"/>
              </a:spcBef>
              <a:spcAft>
                <a:spcPts val="0"/>
              </a:spcAft>
              <a:buSzPts val="1600"/>
              <a:buChar char="●"/>
            </a:pPr>
            <a:r>
              <a:rPr lang="en" sz="1600"/>
              <a:t>Section five title that can be quite long</a:t>
            </a:r>
            <a:endParaRPr sz="1600"/>
          </a:p>
          <a:p>
            <a:pPr indent="-330200" lvl="0" marL="457200" rtl="0" algn="l">
              <a:lnSpc>
                <a:spcPct val="200000"/>
              </a:lnSpc>
              <a:spcBef>
                <a:spcPts val="0"/>
              </a:spcBef>
              <a:spcAft>
                <a:spcPts val="0"/>
              </a:spcAft>
              <a:buSzPts val="1600"/>
              <a:buChar char="●"/>
            </a:pPr>
            <a:r>
              <a:rPr lang="en" sz="1600"/>
              <a:t>Section six title that can be quite long</a:t>
            </a:r>
            <a:endParaRPr sz="16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61"/>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540" name="Google Shape;540;p61"/>
          <p:cNvSpPr txBox="1"/>
          <p:nvPr>
            <p:ph type="title"/>
          </p:nvPr>
        </p:nvSpPr>
        <p:spPr>
          <a:xfrm>
            <a:off x="1156800" y="1363200"/>
            <a:ext cx="6830400" cy="2112300"/>
          </a:xfrm>
          <a:prstGeom prst="rect">
            <a:avLst/>
          </a:prstGeom>
        </p:spPr>
        <p:txBody>
          <a:bodyPr anchorCtr="0" anchor="ctr" bIns="0" lIns="0" spcFirstLastPara="1" rIns="0" wrap="square" tIns="0">
            <a:normAutofit/>
          </a:bodyPr>
          <a:lstStyle/>
          <a:p>
            <a:pPr indent="0" lvl="0" marL="0" rtl="0" algn="ctr">
              <a:spcBef>
                <a:spcPts val="0"/>
              </a:spcBef>
              <a:spcAft>
                <a:spcPts val="0"/>
              </a:spcAft>
              <a:buNone/>
            </a:pPr>
            <a:r>
              <a:rPr lang="en"/>
              <a:t>Section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sp>
        <p:nvSpPr>
          <p:cNvPr id="571" name="Google Shape;571;p66"/>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Content</a:t>
            </a:r>
            <a:endParaRPr/>
          </a:p>
        </p:txBody>
      </p:sp>
      <p:sp>
        <p:nvSpPr>
          <p:cNvPr id="572" name="Google Shape;572;p66"/>
          <p:cNvSpPr txBox="1"/>
          <p:nvPr>
            <p:ph idx="1" type="body"/>
          </p:nvPr>
        </p:nvSpPr>
        <p:spPr>
          <a:xfrm>
            <a:off x="457200" y="1152475"/>
            <a:ext cx="8229600" cy="31242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Ut enim ad minim veniam, quis nostrud exercitation ullamco laboris nisi ut aliquip.</a:t>
            </a:r>
            <a:endParaRPr/>
          </a:p>
          <a:p>
            <a:pPr indent="-304800" lvl="0" marL="457200" rtl="0" algn="l">
              <a:spcBef>
                <a:spcPts val="1200"/>
              </a:spcBef>
              <a:spcAft>
                <a:spcPts val="0"/>
              </a:spcAft>
              <a:buSzPts val="1200"/>
              <a:buChar char="●"/>
            </a:pPr>
            <a:r>
              <a:rPr lang="en"/>
              <a:t>Ex ea commodo consequat. Duis aute irure dolor in reprehenderit in voluptate velit esse cillum dolore eu fugiat nulla pariatur. Excepteur sint occaecat cupidatat non proident.</a:t>
            </a:r>
            <a:endParaRPr/>
          </a:p>
          <a:p>
            <a:pPr indent="-304800" lvl="1" marL="914400" rtl="0" algn="l">
              <a:spcBef>
                <a:spcPts val="500"/>
              </a:spcBef>
              <a:spcAft>
                <a:spcPts val="0"/>
              </a:spcAft>
              <a:buSzPts val="1200"/>
              <a:buChar char="○"/>
            </a:pPr>
            <a:r>
              <a:rPr lang="en"/>
              <a:t>Sunt in culpa qui officia deserunt mollit anim id est laborum</a:t>
            </a:r>
            <a:endParaRPr/>
          </a:p>
          <a:p>
            <a:pPr indent="-304800" lvl="2" marL="1371600" rtl="0" algn="l">
              <a:spcBef>
                <a:spcPts val="500"/>
              </a:spcBef>
              <a:spcAft>
                <a:spcPts val="0"/>
              </a:spcAft>
              <a:buSzPts val="1200"/>
              <a:buChar char="■"/>
            </a:pPr>
            <a:r>
              <a:rPr lang="en"/>
              <a:t>Sed ut perspiciatis unde omnis iste natus error sit voluptatem</a:t>
            </a:r>
            <a:endParaRPr/>
          </a:p>
          <a:p>
            <a:pPr indent="-304800" lvl="3" marL="1828800" rtl="0" algn="l">
              <a:spcBef>
                <a:spcPts val="500"/>
              </a:spcBef>
              <a:spcAft>
                <a:spcPts val="0"/>
              </a:spcAft>
              <a:buSzPts val="1200"/>
              <a:buChar char="●"/>
            </a:pPr>
            <a:r>
              <a:rPr lang="en"/>
              <a:t>Ut enim ad minim veniam, quis nostrud exercitation ullamco </a:t>
            </a:r>
            <a:endParaRPr/>
          </a:p>
          <a:p>
            <a:pPr indent="-304800" lvl="0" marL="457200" rtl="0" algn="l">
              <a:spcBef>
                <a:spcPts val="500"/>
              </a:spcBef>
              <a:spcAft>
                <a:spcPts val="0"/>
              </a:spcAft>
              <a:buSzPts val="1200"/>
              <a:buChar char="●"/>
            </a:pPr>
            <a:r>
              <a:rPr lang="en"/>
              <a:t>Laboris nisi ut aliquip ex ea commodo consequat duis aute irure dolor in reprehenderit in voluptate velit esse. Cillum dolore eu fugiat nulla pariatur.</a:t>
            </a:r>
            <a:endParaRPr/>
          </a:p>
          <a:p>
            <a:pPr indent="-304800" lvl="1" marL="914400" rtl="0" algn="l">
              <a:spcBef>
                <a:spcPts val="500"/>
              </a:spcBef>
              <a:spcAft>
                <a:spcPts val="0"/>
              </a:spcAft>
              <a:buSzPts val="1200"/>
              <a:buChar char="○"/>
            </a:pPr>
            <a:r>
              <a:rPr lang="en"/>
              <a:t>Excepteur sint occaecat cupidatat non proident</a:t>
            </a:r>
            <a:endParaRPr/>
          </a:p>
          <a:p>
            <a:pPr indent="-304800" lvl="2" marL="1371600" rtl="0" algn="l">
              <a:spcBef>
                <a:spcPts val="500"/>
              </a:spcBef>
              <a:spcAft>
                <a:spcPts val="0"/>
              </a:spcAft>
              <a:buSzPts val="1200"/>
              <a:buChar char="■"/>
            </a:pPr>
            <a:r>
              <a:rPr lang="en"/>
              <a:t>Accusantium doloremque laudantium, totam rem aperiam</a:t>
            </a:r>
            <a:endParaRPr/>
          </a:p>
          <a:p>
            <a:pPr indent="-304800" lvl="3" marL="1828800" rtl="0" algn="l">
              <a:spcBef>
                <a:spcPts val="500"/>
              </a:spcBef>
              <a:spcAft>
                <a:spcPts val="500"/>
              </a:spcAft>
              <a:buSzPts val="1200"/>
              <a:buChar char="●"/>
            </a:pPr>
            <a:r>
              <a:rPr lang="en"/>
              <a:t>Sunt in culpa qui officia deserunt mollit anim id est laborum</a:t>
            </a:r>
            <a:endParaRPr/>
          </a:p>
        </p:txBody>
      </p:sp>
      <p:sp>
        <p:nvSpPr>
          <p:cNvPr id="573" name="Google Shape;573;p6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Two column</a:t>
            </a:r>
            <a:endParaRPr/>
          </a:p>
        </p:txBody>
      </p:sp>
      <p:sp>
        <p:nvSpPr>
          <p:cNvPr id="603" name="Google Shape;603;p7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04" name="Google Shape;604;p70"/>
          <p:cNvSpPr txBox="1"/>
          <p:nvPr>
            <p:ph idx="2" type="body"/>
          </p:nvPr>
        </p:nvSpPr>
        <p:spPr>
          <a:xfrm>
            <a:off x="4654300" y="1152475"/>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
        <p:nvSpPr>
          <p:cNvPr id="605" name="Google Shape;605;p70"/>
          <p:cNvSpPr txBox="1"/>
          <p:nvPr>
            <p:ph idx="1" type="body"/>
          </p:nvPr>
        </p:nvSpPr>
        <p:spPr>
          <a:xfrm>
            <a:off x="457200" y="1152475"/>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p72"/>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Two column icons</a:t>
            </a:r>
            <a:endParaRPr/>
          </a:p>
        </p:txBody>
      </p:sp>
      <p:sp>
        <p:nvSpPr>
          <p:cNvPr id="621" name="Google Shape;621;p7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22" name="Google Shape;622;p72"/>
          <p:cNvSpPr txBox="1"/>
          <p:nvPr>
            <p:ph idx="1" type="body"/>
          </p:nvPr>
        </p:nvSpPr>
        <p:spPr>
          <a:xfrm>
            <a:off x="841250" y="1243575"/>
            <a:ext cx="3648600" cy="28290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
        <p:nvSpPr>
          <p:cNvPr id="623" name="Google Shape;623;p72"/>
          <p:cNvSpPr txBox="1"/>
          <p:nvPr>
            <p:ph idx="2" type="body"/>
          </p:nvPr>
        </p:nvSpPr>
        <p:spPr>
          <a:xfrm>
            <a:off x="5038100" y="1243575"/>
            <a:ext cx="3648600" cy="28290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pic>
        <p:nvPicPr>
          <p:cNvPr id="624" name="Google Shape;624;p72" title="person_search.png"/>
          <p:cNvPicPr preferRelativeResize="0"/>
          <p:nvPr/>
        </p:nvPicPr>
        <p:blipFill rotWithShape="1">
          <a:blip r:embed="rId3">
            <a:alphaModFix/>
          </a:blip>
          <a:srcRect b="0" l="0" r="0" t="0"/>
          <a:stretch/>
        </p:blipFill>
        <p:spPr>
          <a:xfrm>
            <a:off x="457200" y="1198813"/>
            <a:ext cx="274320" cy="274320"/>
          </a:xfrm>
          <a:prstGeom prst="rect">
            <a:avLst/>
          </a:prstGeom>
          <a:noFill/>
          <a:ln>
            <a:noFill/>
          </a:ln>
        </p:spPr>
      </p:pic>
      <p:pic>
        <p:nvPicPr>
          <p:cNvPr id="625" name="Google Shape;625;p72" title="nat.png"/>
          <p:cNvPicPr preferRelativeResize="0"/>
          <p:nvPr/>
        </p:nvPicPr>
        <p:blipFill rotWithShape="1">
          <a:blip r:embed="rId4">
            <a:alphaModFix/>
          </a:blip>
          <a:srcRect b="0" l="0" r="0" t="0"/>
          <a:stretch/>
        </p:blipFill>
        <p:spPr>
          <a:xfrm>
            <a:off x="4654288" y="1198813"/>
            <a:ext cx="274320" cy="27432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p78"/>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Three column</a:t>
            </a:r>
            <a:endParaRPr/>
          </a:p>
        </p:txBody>
      </p:sp>
      <p:sp>
        <p:nvSpPr>
          <p:cNvPr id="684" name="Google Shape;684;p7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85" name="Google Shape;685;p78"/>
          <p:cNvSpPr txBox="1"/>
          <p:nvPr>
            <p:ph idx="2" type="body"/>
          </p:nvPr>
        </p:nvSpPr>
        <p:spPr>
          <a:xfrm>
            <a:off x="32553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
        <p:nvSpPr>
          <p:cNvPr id="686" name="Google Shape;686;p78"/>
          <p:cNvSpPr txBox="1"/>
          <p:nvPr>
            <p:ph idx="1" type="body"/>
          </p:nvPr>
        </p:nvSpPr>
        <p:spPr>
          <a:xfrm>
            <a:off x="4572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
        <p:nvSpPr>
          <p:cNvPr id="687" name="Google Shape;687;p78"/>
          <p:cNvSpPr txBox="1"/>
          <p:nvPr>
            <p:ph idx="3" type="body"/>
          </p:nvPr>
        </p:nvSpPr>
        <p:spPr>
          <a:xfrm>
            <a:off x="6053400" y="1152475"/>
            <a:ext cx="26334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a:t>
            </a:r>
            <a:endParaRPr/>
          </a:p>
          <a:p>
            <a:pPr indent="-304800" lvl="0" marL="457200" rtl="0" algn="l">
              <a:spcBef>
                <a:spcPts val="0"/>
              </a:spcBef>
              <a:spcAft>
                <a:spcPts val="0"/>
              </a:spcAft>
              <a:buSzPts val="1200"/>
              <a:buChar char="●"/>
            </a:pPr>
            <a:r>
              <a:rPr lang="en"/>
              <a:t>Quis nostrud exercitation </a:t>
            </a:r>
            <a:endParaRPr/>
          </a:p>
          <a:p>
            <a:pPr indent="-304800" lvl="0" marL="457200" rtl="0" algn="l">
              <a:spcBef>
                <a:spcPts val="0"/>
              </a:spcBef>
              <a:spcAft>
                <a:spcPts val="0"/>
              </a:spcAft>
              <a:buSzPts val="1200"/>
              <a:buChar char="●"/>
            </a:pPr>
            <a:r>
              <a:rPr lang="en"/>
              <a:t>Ullamco laboris nisi ut aliquip </a:t>
            </a:r>
            <a:endParaRPr/>
          </a:p>
          <a:p>
            <a:pPr indent="0" lvl="0" marL="0" rtl="0" algn="l">
              <a:spcBef>
                <a:spcPts val="1200"/>
              </a:spcBef>
              <a:spcAft>
                <a:spcPts val="1200"/>
              </a:spcAft>
              <a:buNone/>
            </a:pPr>
            <a:r>
              <a:rPr lang="en"/>
              <a:t>Ex ea commodo consequat. Duis aute irure dolor in reprehenderit in voluptate velit esse cillum dolore eu fugiat nulla pariatur.</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pic>
        <p:nvPicPr>
          <p:cNvPr id="777" name="Google Shape;777;p86" title="mz-presentation_bkg-isometric_grid-boxes-light.jpg"/>
          <p:cNvPicPr preferRelativeResize="0"/>
          <p:nvPr>
            <p:ph idx="2" type="pic"/>
          </p:nvPr>
        </p:nvPicPr>
        <p:blipFill rotWithShape="1">
          <a:blip r:embed="rId3">
            <a:alphaModFix/>
          </a:blip>
          <a:srcRect b="0" l="0" r="0" t="8801"/>
          <a:stretch/>
        </p:blipFill>
        <p:spPr>
          <a:xfrm>
            <a:off x="-150" y="0"/>
            <a:ext cx="9144300" cy="4690800"/>
          </a:xfrm>
          <a:prstGeom prst="rect">
            <a:avLst/>
          </a:prstGeom>
        </p:spPr>
      </p:pic>
      <p:sp>
        <p:nvSpPr>
          <p:cNvPr id="778" name="Google Shape;778;p8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779" name="Google Shape;779;p86"/>
          <p:cNvSpPr txBox="1"/>
          <p:nvPr>
            <p:ph type="title"/>
          </p:nvPr>
        </p:nvSpPr>
        <p:spPr>
          <a:xfrm>
            <a:off x="0" y="0"/>
            <a:ext cx="9144300" cy="2569500"/>
          </a:xfrm>
          <a:prstGeom prst="rect">
            <a:avLst/>
          </a:prstGeom>
          <a:gradFill>
            <a:gsLst>
              <a:gs pos="0">
                <a:schemeClr val="dk1"/>
              </a:gs>
              <a:gs pos="25000">
                <a:schemeClr val="dk1"/>
              </a:gs>
              <a:gs pos="50000">
                <a:srgbClr val="FFFFFF">
                  <a:alpha val="90196"/>
                </a:srgbClr>
              </a:gs>
              <a:gs pos="75000">
                <a:srgbClr val="FFFFFF">
                  <a:alpha val="60000"/>
                </a:srgbClr>
              </a:gs>
              <a:gs pos="100000">
                <a:srgbClr val="FFFFFF">
                  <a:alpha val="0"/>
                </a:srgbClr>
              </a:gs>
            </a:gsLst>
            <a:lin ang="5400012" scaled="0"/>
          </a:gradFill>
        </p:spPr>
        <p:txBody>
          <a:bodyPr anchorCtr="0" anchor="t" bIns="91425" lIns="91425" spcFirstLastPara="1" rIns="91425" wrap="square" tIns="457200">
            <a:noAutofit/>
          </a:bodyPr>
          <a:lstStyle/>
          <a:p>
            <a:pPr indent="0" lvl="0" marL="0" rtl="0" algn="ctr">
              <a:spcBef>
                <a:spcPts val="0"/>
              </a:spcBef>
              <a:spcAft>
                <a:spcPts val="0"/>
              </a:spcAft>
              <a:buNone/>
            </a:pPr>
            <a:r>
              <a:rPr lang="en"/>
              <a:t>Image full</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p92"/>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pic>
        <p:nvPicPr>
          <p:cNvPr id="853" name="Google Shape;853;p92" title="mz-presentation_bkg-isometric_grid-boxes-light.jpg"/>
          <p:cNvPicPr preferRelativeResize="0"/>
          <p:nvPr>
            <p:ph idx="2" type="pic"/>
          </p:nvPr>
        </p:nvPicPr>
        <p:blipFill rotWithShape="1">
          <a:blip r:embed="rId3">
            <a:alphaModFix/>
          </a:blip>
          <a:srcRect b="0" l="20175" r="20169" t="0"/>
          <a:stretch/>
        </p:blipFill>
        <p:spPr>
          <a:xfrm>
            <a:off x="4654125" y="454950"/>
            <a:ext cx="4489800" cy="4233600"/>
          </a:xfrm>
          <a:prstGeom prst="roundRect">
            <a:avLst>
              <a:gd fmla="val 0" name="adj"/>
            </a:avLst>
          </a:prstGeom>
        </p:spPr>
      </p:pic>
      <p:sp>
        <p:nvSpPr>
          <p:cNvPr id="854" name="Google Shape;854;p92"/>
          <p:cNvSpPr txBox="1"/>
          <p:nvPr>
            <p:ph type="title"/>
          </p:nvPr>
        </p:nvSpPr>
        <p:spPr>
          <a:xfrm>
            <a:off x="457200" y="457200"/>
            <a:ext cx="4032600" cy="9267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Image right</a:t>
            </a:r>
            <a:endParaRPr/>
          </a:p>
        </p:txBody>
      </p:sp>
      <p:sp>
        <p:nvSpPr>
          <p:cNvPr id="855" name="Google Shape;855;p92"/>
          <p:cNvSpPr txBox="1"/>
          <p:nvPr>
            <p:ph idx="1" type="body"/>
          </p:nvPr>
        </p:nvSpPr>
        <p:spPr>
          <a:xfrm>
            <a:off x="457200" y="1615450"/>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9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pic>
        <p:nvPicPr>
          <p:cNvPr id="869" name="Google Shape;869;p94" title="mz-presentation_bkg-isometric_grid-boxes-light.jpg"/>
          <p:cNvPicPr preferRelativeResize="0"/>
          <p:nvPr>
            <p:ph idx="2" type="pic"/>
          </p:nvPr>
        </p:nvPicPr>
        <p:blipFill rotWithShape="1">
          <a:blip r:embed="rId3">
            <a:alphaModFix/>
          </a:blip>
          <a:srcRect b="0" l="20175" r="20169" t="0"/>
          <a:stretch/>
        </p:blipFill>
        <p:spPr>
          <a:xfrm>
            <a:off x="0" y="457200"/>
            <a:ext cx="4489800" cy="4233600"/>
          </a:xfrm>
          <a:prstGeom prst="roundRect">
            <a:avLst>
              <a:gd fmla="val 0" name="adj"/>
            </a:avLst>
          </a:prstGeom>
        </p:spPr>
      </p:pic>
      <p:sp>
        <p:nvSpPr>
          <p:cNvPr id="870" name="Google Shape;870;p94"/>
          <p:cNvSpPr txBox="1"/>
          <p:nvPr>
            <p:ph type="title"/>
          </p:nvPr>
        </p:nvSpPr>
        <p:spPr>
          <a:xfrm>
            <a:off x="4654300" y="457200"/>
            <a:ext cx="4032600" cy="9267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Image left</a:t>
            </a:r>
            <a:endParaRPr/>
          </a:p>
        </p:txBody>
      </p:sp>
      <p:sp>
        <p:nvSpPr>
          <p:cNvPr id="871" name="Google Shape;871;p94"/>
          <p:cNvSpPr txBox="1"/>
          <p:nvPr>
            <p:ph idx="1" type="body"/>
          </p:nvPr>
        </p:nvSpPr>
        <p:spPr>
          <a:xfrm>
            <a:off x="4654300" y="1615450"/>
            <a:ext cx="4032600" cy="2616600"/>
          </a:xfrm>
          <a:prstGeom prst="rect">
            <a:avLst/>
          </a:prstGeom>
        </p:spPr>
        <p:txBody>
          <a:bodyPr anchorCtr="0" anchor="t" bIns="0" lIns="0" spcFirstLastPara="1" rIns="0" wrap="square" tIns="0">
            <a:spAutoFit/>
          </a:bodyPr>
          <a:lstStyle/>
          <a:p>
            <a:pPr indent="0" lvl="0" marL="0" rtl="0" algn="l">
              <a:spcBef>
                <a:spcPts val="0"/>
              </a:spcBef>
              <a:spcAft>
                <a:spcPts val="0"/>
              </a:spcAft>
              <a:buClr>
                <a:schemeClr val="accent6"/>
              </a:buClr>
              <a:buSzPts val="1100"/>
              <a:buFont typeface="Arial"/>
              <a:buNone/>
            </a:pPr>
            <a:r>
              <a:rPr lang="en"/>
              <a:t>Lorem ipsum dolor sit amet, consectetur adipiscing elit, sed do eiusmod tempor incididunt ut labore et dolore magna aliqua. </a:t>
            </a:r>
            <a:endParaRPr/>
          </a:p>
          <a:p>
            <a:pPr indent="-304800" lvl="0" marL="457200" rtl="0" algn="l">
              <a:spcBef>
                <a:spcPts val="1200"/>
              </a:spcBef>
              <a:spcAft>
                <a:spcPts val="0"/>
              </a:spcAft>
              <a:buSzPts val="1200"/>
              <a:buChar char="●"/>
            </a:pPr>
            <a:r>
              <a:rPr lang="en"/>
              <a:t>Ut enim ad minim veniam, quis nostrud exercitation ullamco </a:t>
            </a:r>
            <a:endParaRPr/>
          </a:p>
          <a:p>
            <a:pPr indent="-304800" lvl="0" marL="457200" rtl="0" algn="l">
              <a:spcBef>
                <a:spcPts val="0"/>
              </a:spcBef>
              <a:spcAft>
                <a:spcPts val="0"/>
              </a:spcAft>
              <a:buSzPts val="1200"/>
              <a:buChar char="●"/>
            </a:pPr>
            <a:r>
              <a:rPr lang="en"/>
              <a:t>Laboris nisi ut aliquip ex ea commodo consequat</a:t>
            </a:r>
            <a:endParaRPr/>
          </a:p>
          <a:p>
            <a:pPr indent="-304800" lvl="0" marL="457200" rtl="0" algn="l">
              <a:spcBef>
                <a:spcPts val="0"/>
              </a:spcBef>
              <a:spcAft>
                <a:spcPts val="0"/>
              </a:spcAft>
              <a:buSzPts val="1200"/>
              <a:buChar char="●"/>
            </a:pPr>
            <a:r>
              <a:rPr lang="en"/>
              <a:t>Duis aute irure dolor in reprehenderit in voluptate velit esse</a:t>
            </a:r>
            <a:endParaRPr/>
          </a:p>
          <a:p>
            <a:pPr indent="0" lvl="0" marL="0" rtl="0" algn="l">
              <a:spcBef>
                <a:spcPts val="1200"/>
              </a:spcBef>
              <a:spcAft>
                <a:spcPts val="1200"/>
              </a:spcAft>
              <a:buNone/>
            </a:pPr>
            <a:r>
              <a:rPr lang="en"/>
              <a:t>Cillum dolore eu fugiat nulla pariatur. Excepteur sint occaecat cupidatat non proident, sunt in culpa qui officia deserunt mollit anim id est laborum.</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3" name="Shape 883"/>
        <p:cNvGrpSpPr/>
        <p:nvPr/>
      </p:nvGrpSpPr>
      <p:grpSpPr>
        <a:xfrm>
          <a:off x="0" y="0"/>
          <a:ext cx="0" cy="0"/>
          <a:chOff x="0" y="0"/>
          <a:chExt cx="0" cy="0"/>
        </a:xfrm>
      </p:grpSpPr>
      <p:sp>
        <p:nvSpPr>
          <p:cNvPr id="884" name="Google Shape;884;p96"/>
          <p:cNvSpPr txBox="1"/>
          <p:nvPr>
            <p:ph type="title"/>
          </p:nvPr>
        </p:nvSpPr>
        <p:spPr>
          <a:xfrm>
            <a:off x="1691650" y="762000"/>
            <a:ext cx="6460200" cy="29262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endParaRPr/>
          </a:p>
        </p:txBody>
      </p:sp>
      <p:sp>
        <p:nvSpPr>
          <p:cNvPr id="885" name="Google Shape;885;p96"/>
          <p:cNvSpPr txBox="1"/>
          <p:nvPr>
            <p:ph idx="1" type="subTitle"/>
          </p:nvPr>
        </p:nvSpPr>
        <p:spPr>
          <a:xfrm>
            <a:off x="1691650" y="3764400"/>
            <a:ext cx="6460200" cy="457200"/>
          </a:xfrm>
          <a:prstGeom prst="rect">
            <a:avLst/>
          </a:prstGeom>
        </p:spPr>
        <p:txBody>
          <a:bodyPr anchorCtr="0" anchor="b" bIns="0" lIns="0" spcFirstLastPara="1" rIns="0" wrap="square" tIns="0">
            <a:normAutofit/>
          </a:bodyPr>
          <a:lstStyle/>
          <a:p>
            <a:pPr indent="0" lvl="0" marL="0" rtl="0" algn="l">
              <a:spcBef>
                <a:spcPts val="0"/>
              </a:spcBef>
              <a:spcAft>
                <a:spcPts val="1200"/>
              </a:spcAft>
              <a:buNone/>
            </a:pPr>
            <a:r>
              <a:rPr lang="en"/>
              <a:t>— Firstname Lastname</a:t>
            </a:r>
            <a:br>
              <a:rPr lang="en"/>
            </a:br>
            <a:r>
              <a:rPr lang="en" sz="800">
                <a:solidFill>
                  <a:schemeClr val="lt1"/>
                </a:solidFill>
              </a:rPr>
              <a:t>Job Title</a:t>
            </a:r>
            <a:endParaRPr/>
          </a:p>
        </p:txBody>
      </p:sp>
      <p:sp>
        <p:nvSpPr>
          <p:cNvPr id="886" name="Google Shape;886;p9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pic>
        <p:nvPicPr>
          <p:cNvPr id="887" name="Google Shape;887;p96" title="logoipsum-385.png"/>
          <p:cNvPicPr preferRelativeResize="0"/>
          <p:nvPr/>
        </p:nvPicPr>
        <p:blipFill>
          <a:blip r:embed="rId3">
            <a:alphaModFix/>
          </a:blip>
          <a:stretch>
            <a:fillRect/>
          </a:stretch>
        </p:blipFill>
        <p:spPr>
          <a:xfrm>
            <a:off x="7190225" y="3901560"/>
            <a:ext cx="957072" cy="18288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9" name="Shape 919"/>
        <p:cNvGrpSpPr/>
        <p:nvPr/>
      </p:nvGrpSpPr>
      <p:grpSpPr>
        <a:xfrm>
          <a:off x="0" y="0"/>
          <a:ext cx="0" cy="0"/>
          <a:chOff x="0" y="0"/>
          <a:chExt cx="0" cy="0"/>
        </a:xfrm>
      </p:grpSpPr>
      <p:sp>
        <p:nvSpPr>
          <p:cNvPr id="920" name="Google Shape;920;p10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921" name="Google Shape;921;p10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Testimonial</a:t>
            </a:r>
            <a:endParaRPr/>
          </a:p>
        </p:txBody>
      </p:sp>
      <p:sp>
        <p:nvSpPr>
          <p:cNvPr id="922" name="Google Shape;922;p100"/>
          <p:cNvSpPr txBox="1"/>
          <p:nvPr>
            <p:ph idx="1" type="subTitle"/>
          </p:nvPr>
        </p:nvSpPr>
        <p:spPr>
          <a:xfrm>
            <a:off x="841200" y="1308000"/>
            <a:ext cx="3557100" cy="2163600"/>
          </a:xfrm>
          <a:prstGeom prst="rect">
            <a:avLst/>
          </a:prstGeom>
        </p:spPr>
        <p:txBody>
          <a:bodyPr anchorCtr="0" anchor="t" bIns="0" lIns="182875" spcFirstLastPara="1" rIns="182875" wrap="square" tIns="182875">
            <a:normAutofit/>
          </a:bodyPr>
          <a:lstStyle/>
          <a:p>
            <a:pPr indent="0" lvl="0" marL="0" rtl="0" algn="l">
              <a:spcBef>
                <a:spcPts val="0"/>
              </a:spcBef>
              <a:spcAft>
                <a:spcPts val="120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P</a:t>
            </a:r>
            <a:r>
              <a:rPr lang="en"/>
              <a:t>roient</a:t>
            </a:r>
            <a:r>
              <a:rPr lang="en"/>
              <a:t> Excepteur sint occaecat cupidatat non.</a:t>
            </a:r>
            <a:endParaRPr/>
          </a:p>
        </p:txBody>
      </p:sp>
      <p:sp>
        <p:nvSpPr>
          <p:cNvPr id="923" name="Google Shape;923;p100"/>
          <p:cNvSpPr txBox="1"/>
          <p:nvPr>
            <p:ph idx="2" type="subTitle"/>
          </p:nvPr>
        </p:nvSpPr>
        <p:spPr>
          <a:xfrm>
            <a:off x="841200" y="3700200"/>
            <a:ext cx="3557100" cy="5334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i="1" lang="en">
                <a:latin typeface="Inter"/>
                <a:ea typeface="Inter"/>
                <a:cs typeface="Inter"/>
                <a:sym typeface="Inter"/>
              </a:rPr>
              <a:t>— Firstname Lastname</a:t>
            </a:r>
            <a:br>
              <a:rPr i="1" lang="en">
                <a:latin typeface="Inter"/>
                <a:ea typeface="Inter"/>
                <a:cs typeface="Inter"/>
                <a:sym typeface="Inter"/>
              </a:rPr>
            </a:br>
            <a:r>
              <a:rPr i="1" lang="en" sz="800">
                <a:solidFill>
                  <a:schemeClr val="lt1"/>
                </a:solidFill>
                <a:latin typeface="Inter"/>
                <a:ea typeface="Inter"/>
                <a:cs typeface="Inter"/>
                <a:sym typeface="Inter"/>
              </a:rPr>
              <a:t>Job Title, Company</a:t>
            </a:r>
            <a:endParaRPr i="1" sz="800">
              <a:solidFill>
                <a:schemeClr val="lt1"/>
              </a:solidFill>
              <a:latin typeface="Inter"/>
              <a:ea typeface="Inter"/>
              <a:cs typeface="Inter"/>
              <a:sym typeface="Inter"/>
            </a:endParaRPr>
          </a:p>
        </p:txBody>
      </p:sp>
      <p:sp>
        <p:nvSpPr>
          <p:cNvPr id="924" name="Google Shape;924;p100"/>
          <p:cNvSpPr txBox="1"/>
          <p:nvPr>
            <p:ph idx="3" type="subTitle"/>
          </p:nvPr>
        </p:nvSpPr>
        <p:spPr>
          <a:xfrm>
            <a:off x="5129600" y="1308000"/>
            <a:ext cx="3557100" cy="2163600"/>
          </a:xfrm>
          <a:prstGeom prst="rect">
            <a:avLst/>
          </a:prstGeom>
        </p:spPr>
        <p:txBody>
          <a:bodyPr anchorCtr="0" anchor="t" bIns="0" lIns="182875" spcFirstLastPara="1" rIns="182875" wrap="square" tIns="182875">
            <a:normAutofit/>
          </a:bodyPr>
          <a:lstStyle/>
          <a:p>
            <a:pPr indent="0" lvl="0" marL="0" rtl="0" algn="l">
              <a:spcBef>
                <a:spcPts val="0"/>
              </a:spcBef>
              <a:spcAft>
                <a:spcPts val="1200"/>
              </a:spcAft>
              <a:buNone/>
            </a:pPr>
            <a:r>
              <a:rPr lang="en"/>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a:t>
            </a:r>
            <a:r>
              <a:rPr lang="en"/>
              <a:t> Proient Excepteur sint occaecat cupidatat non.</a:t>
            </a:r>
            <a:endParaRPr/>
          </a:p>
        </p:txBody>
      </p:sp>
      <p:sp>
        <p:nvSpPr>
          <p:cNvPr id="925" name="Google Shape;925;p100"/>
          <p:cNvSpPr txBox="1"/>
          <p:nvPr>
            <p:ph idx="4" type="subTitle"/>
          </p:nvPr>
        </p:nvSpPr>
        <p:spPr>
          <a:xfrm>
            <a:off x="5129600" y="3700200"/>
            <a:ext cx="3557100" cy="5334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i="1" lang="en"/>
              <a:t>— Firstname Lastname</a:t>
            </a:r>
            <a:br>
              <a:rPr i="1" lang="en"/>
            </a:br>
            <a:r>
              <a:rPr i="1" lang="en" sz="800">
                <a:solidFill>
                  <a:schemeClr val="lt1"/>
                </a:solidFill>
              </a:rPr>
              <a:t>Job Title, Company</a:t>
            </a:r>
            <a:endParaRPr i="1">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0" name="Shape 960"/>
        <p:cNvGrpSpPr/>
        <p:nvPr/>
      </p:nvGrpSpPr>
      <p:grpSpPr>
        <a:xfrm>
          <a:off x="0" y="0"/>
          <a:ext cx="0" cy="0"/>
          <a:chOff x="0" y="0"/>
          <a:chExt cx="0" cy="0"/>
        </a:xfrm>
      </p:grpSpPr>
      <p:sp>
        <p:nvSpPr>
          <p:cNvPr id="961" name="Google Shape;961;p104"/>
          <p:cNvSpPr txBox="1"/>
          <p:nvPr>
            <p:ph idx="1" type="subTitle"/>
          </p:nvPr>
        </p:nvSpPr>
        <p:spPr>
          <a:xfrm>
            <a:off x="996700" y="2680025"/>
            <a:ext cx="7150500" cy="529500"/>
          </a:xfrm>
          <a:prstGeom prst="rect">
            <a:avLst/>
          </a:prstGeom>
        </p:spPr>
        <p:txBody>
          <a:bodyPr anchorCtr="0" anchor="t" bIns="0" lIns="0" spcFirstLastPara="1" rIns="0" wrap="square" tIns="0">
            <a:spAutoFit/>
          </a:bodyPr>
          <a:lstStyle/>
          <a:p>
            <a:pPr indent="0" lvl="0" marL="0" rtl="0" algn="ctr">
              <a:spcBef>
                <a:spcPts val="0"/>
              </a:spcBef>
              <a:spcAft>
                <a:spcPts val="1200"/>
              </a:spcAft>
              <a:buNone/>
            </a:pPr>
            <a:r>
              <a:rPr lang="en"/>
              <a:t>Lorem ipsum dolor sit amet, consectetur adipiscing elit, sed do eiusmod tempor incididunt ut labore et dolore magna aliqua.</a:t>
            </a:r>
            <a:endParaRPr/>
          </a:p>
        </p:txBody>
      </p:sp>
      <p:sp>
        <p:nvSpPr>
          <p:cNvPr id="962" name="Google Shape;962;p104"/>
          <p:cNvSpPr txBox="1"/>
          <p:nvPr>
            <p:ph type="title"/>
          </p:nvPr>
        </p:nvSpPr>
        <p:spPr>
          <a:xfrm>
            <a:off x="996700" y="567750"/>
            <a:ext cx="7150500" cy="2112300"/>
          </a:xfrm>
          <a:prstGeom prst="rect">
            <a:avLst/>
          </a:prstGeom>
        </p:spPr>
        <p:txBody>
          <a:bodyPr anchorCtr="0" anchor="b" bIns="0" lIns="0" spcFirstLastPara="1" rIns="0" wrap="square" tIns="0">
            <a:normAutofit/>
          </a:bodyPr>
          <a:lstStyle/>
          <a:p>
            <a:pPr indent="0" lvl="0" marL="0" rtl="0" algn="ctr">
              <a:spcBef>
                <a:spcPts val="0"/>
              </a:spcBef>
              <a:spcAft>
                <a:spcPts val="0"/>
              </a:spcAft>
              <a:buNone/>
            </a:pPr>
            <a:r>
              <a:rPr lang="en"/>
              <a:t>100%</a:t>
            </a:r>
            <a:endParaRPr/>
          </a:p>
        </p:txBody>
      </p:sp>
      <p:sp>
        <p:nvSpPr>
          <p:cNvPr id="963" name="Google Shape;963;p104"/>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81" name="Shape 981"/>
        <p:cNvGrpSpPr/>
        <p:nvPr/>
      </p:nvGrpSpPr>
      <p:grpSpPr>
        <a:xfrm>
          <a:off x="0" y="0"/>
          <a:ext cx="0" cy="0"/>
          <a:chOff x="0" y="0"/>
          <a:chExt cx="0" cy="0"/>
        </a:xfrm>
      </p:grpSpPr>
      <p:sp>
        <p:nvSpPr>
          <p:cNvPr id="982" name="Google Shape;982;p106"/>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983" name="Google Shape;983;p106"/>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Stats</a:t>
            </a:r>
            <a:endParaRPr/>
          </a:p>
        </p:txBody>
      </p:sp>
      <p:sp>
        <p:nvSpPr>
          <p:cNvPr id="984" name="Google Shape;984;p106"/>
          <p:cNvSpPr txBox="1"/>
          <p:nvPr>
            <p:ph idx="1" type="subTitle"/>
          </p:nvPr>
        </p:nvSpPr>
        <p:spPr>
          <a:xfrm>
            <a:off x="457200" y="21462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5" name="Google Shape;985;p106"/>
          <p:cNvSpPr txBox="1"/>
          <p:nvPr>
            <p:ph idx="2" type="title"/>
          </p:nvPr>
        </p:nvSpPr>
        <p:spPr>
          <a:xfrm>
            <a:off x="457200" y="13080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86" name="Google Shape;986;p106"/>
          <p:cNvSpPr txBox="1"/>
          <p:nvPr>
            <p:ph idx="3" type="subTitle"/>
          </p:nvPr>
        </p:nvSpPr>
        <p:spPr>
          <a:xfrm>
            <a:off x="457200" y="36855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7" name="Google Shape;987;p106"/>
          <p:cNvSpPr txBox="1"/>
          <p:nvPr>
            <p:ph idx="4" type="title"/>
          </p:nvPr>
        </p:nvSpPr>
        <p:spPr>
          <a:xfrm>
            <a:off x="457200" y="28473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88" name="Google Shape;988;p106"/>
          <p:cNvSpPr txBox="1"/>
          <p:nvPr>
            <p:ph idx="5" type="subTitle"/>
          </p:nvPr>
        </p:nvSpPr>
        <p:spPr>
          <a:xfrm>
            <a:off x="4654200" y="21462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89" name="Google Shape;989;p106"/>
          <p:cNvSpPr txBox="1"/>
          <p:nvPr>
            <p:ph idx="6" type="title"/>
          </p:nvPr>
        </p:nvSpPr>
        <p:spPr>
          <a:xfrm>
            <a:off x="4654200" y="13080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
        <p:nvSpPr>
          <p:cNvPr id="990" name="Google Shape;990;p106"/>
          <p:cNvSpPr txBox="1"/>
          <p:nvPr>
            <p:ph idx="7" type="subTitle"/>
          </p:nvPr>
        </p:nvSpPr>
        <p:spPr>
          <a:xfrm>
            <a:off x="4654200" y="3685500"/>
            <a:ext cx="4032600" cy="548700"/>
          </a:xfrm>
          <a:prstGeom prst="rect">
            <a:avLst/>
          </a:prstGeom>
        </p:spPr>
        <p:txBody>
          <a:bodyPr anchorCtr="0" anchor="t" bIns="182875" lIns="182875" spcFirstLastPara="1" rIns="182875" wrap="square" tIns="0">
            <a:normAutofit/>
          </a:bodyPr>
          <a:lstStyle/>
          <a:p>
            <a:pPr indent="0" lvl="0" marL="0" rtl="0" algn="l">
              <a:spcBef>
                <a:spcPts val="0"/>
              </a:spcBef>
              <a:spcAft>
                <a:spcPts val="1200"/>
              </a:spcAft>
              <a:buNone/>
            </a:pPr>
            <a:r>
              <a:rPr lang="en"/>
              <a:t>Lorem ipsum dolor sit amet, consectetur adipiscing elit, sed do eiusmod tempor incididunt ut labore et dolore magna.</a:t>
            </a:r>
            <a:endParaRPr/>
          </a:p>
        </p:txBody>
      </p:sp>
      <p:sp>
        <p:nvSpPr>
          <p:cNvPr id="991" name="Google Shape;991;p106"/>
          <p:cNvSpPr txBox="1"/>
          <p:nvPr>
            <p:ph idx="8" type="title"/>
          </p:nvPr>
        </p:nvSpPr>
        <p:spPr>
          <a:xfrm>
            <a:off x="4654200" y="2847300"/>
            <a:ext cx="4032600" cy="762000"/>
          </a:xfrm>
          <a:prstGeom prst="rect">
            <a:avLst/>
          </a:prstGeom>
        </p:spPr>
        <p:txBody>
          <a:bodyPr anchorCtr="0" anchor="b" bIns="0" lIns="182875" spcFirstLastPara="1" rIns="182875" wrap="square" tIns="0">
            <a:normAutofit/>
          </a:bodyPr>
          <a:lstStyle/>
          <a:p>
            <a:pPr indent="0" lvl="0" marL="0" rtl="0" algn="l">
              <a:spcBef>
                <a:spcPts val="0"/>
              </a:spcBef>
              <a:spcAft>
                <a:spcPts val="0"/>
              </a:spcAft>
              <a:buNone/>
            </a:pPr>
            <a:r>
              <a:rPr lang="en"/>
              <a:t>100%</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995" name="Shape 995"/>
        <p:cNvGrpSpPr/>
        <p:nvPr/>
      </p:nvGrpSpPr>
      <p:grpSpPr>
        <a:xfrm>
          <a:off x="0" y="0"/>
          <a:ext cx="0" cy="0"/>
          <a:chOff x="0" y="0"/>
          <a:chExt cx="0" cy="0"/>
        </a:xfrm>
      </p:grpSpPr>
      <p:sp>
        <p:nvSpPr>
          <p:cNvPr id="996" name="Google Shape;996;p107"/>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997" name="Google Shape;997;p107"/>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Table</a:t>
            </a:r>
            <a:endParaRPr/>
          </a:p>
        </p:txBody>
      </p:sp>
      <p:graphicFrame>
        <p:nvGraphicFramePr>
          <p:cNvPr id="998" name="Google Shape;998;p107"/>
          <p:cNvGraphicFramePr/>
          <p:nvPr/>
        </p:nvGraphicFramePr>
        <p:xfrm>
          <a:off x="457200" y="1116900"/>
          <a:ext cx="3000000" cy="3000000"/>
        </p:xfrm>
        <a:graphic>
          <a:graphicData uri="http://schemas.openxmlformats.org/drawingml/2006/table">
            <a:tbl>
              <a:tblPr>
                <a:noFill/>
                <a:tableStyleId>{4BD8B079-4B57-4066-A3C3-005C280EA072}</a:tableStyleId>
              </a:tblPr>
              <a:tblGrid>
                <a:gridCol w="1645925"/>
                <a:gridCol w="1645925"/>
                <a:gridCol w="1645925"/>
                <a:gridCol w="1645925"/>
                <a:gridCol w="1645925"/>
              </a:tblGrid>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
                      </a:r>
                      <a:endParaRPr sz="1200">
                        <a:solidFill>
                          <a:schemeClr val="dk2"/>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one</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two</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four</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solidFill>
                      <a:schemeClr val="lt2"/>
                    </a:solidFill>
                  </a:tcPr>
                </a:tc>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Top point five </a:t>
                      </a:r>
                      <a:endParaRPr sz="1000">
                        <a:solidFill>
                          <a:schemeClr val="dk2"/>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alpha val="0"/>
                        </a:srgbClr>
                      </a:solidFill>
                      <a:prstDash val="solid"/>
                      <a:round/>
                      <a:headEnd len="sm" w="sm" type="none"/>
                      <a:tailEnd len="sm" w="sm" type="none"/>
                    </a:lnR>
                    <a:lnT cap="flat" cmpd="sng" w="9525">
                      <a:solidFill>
                        <a:srgbClr val="DDD6FE">
                          <a:alpha val="0"/>
                        </a:srgbClr>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solidFill>
                      <a:schemeClr val="lt2"/>
                    </a:solidFill>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one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$200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two</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$150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three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$250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four</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$300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r h="100000">
                <a:tc>
                  <a:txBody>
                    <a:bodyPr/>
                    <a:lstStyle/>
                    <a:p>
                      <a:pPr indent="0" lvl="0" marL="0" rtl="0" algn="ctr">
                        <a:spcBef>
                          <a:spcPts val="0"/>
                        </a:spcBef>
                        <a:spcAft>
                          <a:spcPts val="0"/>
                        </a:spcAft>
                        <a:buNone/>
                      </a:pPr>
                      <a:r>
                        <a:rPr lang="en" sz="1000">
                          <a:solidFill>
                            <a:schemeClr val="dk2"/>
                          </a:solidFill>
                          <a:latin typeface="Inter"/>
                          <a:ea typeface="Inter"/>
                          <a:cs typeface="Inter"/>
                          <a:sym typeface="Inter"/>
                        </a:rPr>
                        <a:t>Side point five</a:t>
                      </a:r>
                      <a:endParaRPr sz="1000">
                        <a:solidFill>
                          <a:schemeClr val="lt1"/>
                        </a:solidFill>
                        <a:latin typeface="Inter"/>
                        <a:ea typeface="Inter"/>
                        <a:cs typeface="Inter"/>
                        <a:sym typeface="Inter"/>
                      </a:endParaRPr>
                    </a:p>
                  </a:txBody>
                  <a:tcPr marT="91425" marB="91425" marR="91425" marL="91425" anchor="ctr">
                    <a:lnL cap="flat" cmpd="sng" w="9525">
                      <a:solidFill>
                        <a:srgbClr val="DDD6FE">
                          <a:alpha val="0"/>
                        </a:srgbClr>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chemeClr val="lt2"/>
                    </a:solidFill>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chemeClr val="dk1"/>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900">
                          <a:solidFill>
                            <a:schemeClr val="lt1"/>
                          </a:solidFill>
                          <a:latin typeface="Inter"/>
                          <a:ea typeface="Inter"/>
                          <a:cs typeface="Inter"/>
                          <a:sym typeface="Inter"/>
                        </a:rPr>
                        <a:t>Lorem ipsum dolor sit amet adipiscing elit</a:t>
                      </a:r>
                      <a:endParaRPr sz="9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c>
                  <a:txBody>
                    <a:bodyPr/>
                    <a:lstStyle/>
                    <a:p>
                      <a:pPr indent="0" lvl="0" marL="0" rtl="0" algn="ctr">
                        <a:spcBef>
                          <a:spcPts val="0"/>
                        </a:spcBef>
                        <a:spcAft>
                          <a:spcPts val="0"/>
                        </a:spcAft>
                        <a:buNone/>
                      </a:pPr>
                      <a:r>
                        <a:rPr lang="en" sz="1000">
                          <a:solidFill>
                            <a:schemeClr val="lt1"/>
                          </a:solidFill>
                          <a:latin typeface="Inter"/>
                          <a:ea typeface="Inter"/>
                          <a:cs typeface="Inter"/>
                          <a:sym typeface="Inter"/>
                        </a:rPr>
                        <a:t>$100</a:t>
                      </a:r>
                      <a:endParaRPr sz="1000">
                        <a:solidFill>
                          <a:schemeClr val="dk1"/>
                        </a:solidFill>
                        <a:latin typeface="Inter"/>
                        <a:ea typeface="Inter"/>
                        <a:cs typeface="Inter"/>
                        <a:sym typeface="Inter"/>
                      </a:endParaRPr>
                    </a:p>
                  </a:txBody>
                  <a:tcPr marT="91425" marB="91425" marR="91425" marL="91425" anchor="ctr">
                    <a:lnL cap="flat" cmpd="sng" w="9525">
                      <a:solidFill>
                        <a:srgbClr val="DDD6FE"/>
                      </a:solidFill>
                      <a:prstDash val="solid"/>
                      <a:round/>
                      <a:headEnd len="sm" w="sm" type="none"/>
                      <a:tailEnd len="sm" w="sm" type="none"/>
                    </a:lnL>
                    <a:lnR cap="flat" cmpd="sng" w="9525">
                      <a:solidFill>
                        <a:srgbClr val="DDD6FE"/>
                      </a:solidFill>
                      <a:prstDash val="solid"/>
                      <a:round/>
                      <a:headEnd len="sm" w="sm" type="none"/>
                      <a:tailEnd len="sm" w="sm" type="none"/>
                    </a:lnR>
                    <a:lnT cap="flat" cmpd="sng" w="9525">
                      <a:solidFill>
                        <a:srgbClr val="DDD6FE"/>
                      </a:solidFill>
                      <a:prstDash val="solid"/>
                      <a:round/>
                      <a:headEnd len="sm" w="sm" type="none"/>
                      <a:tailEnd len="sm" w="sm" type="none"/>
                    </a:lnT>
                    <a:lnB cap="flat" cmpd="sng" w="9525">
                      <a:solidFill>
                        <a:srgbClr val="DDD6FE"/>
                      </a:solidFill>
                      <a:prstDash val="solid"/>
                      <a:round/>
                      <a:headEnd len="sm" w="sm" type="none"/>
                      <a:tailEnd len="sm" w="sm" type="none"/>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32" name="Shape 1032"/>
        <p:cNvGrpSpPr/>
        <p:nvPr/>
      </p:nvGrpSpPr>
      <p:grpSpPr>
        <a:xfrm>
          <a:off x="0" y="0"/>
          <a:ext cx="0" cy="0"/>
          <a:chOff x="0" y="0"/>
          <a:chExt cx="0" cy="0"/>
        </a:xfrm>
      </p:grpSpPr>
      <p:sp>
        <p:nvSpPr>
          <p:cNvPr id="1033" name="Google Shape;1033;p110"/>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1034" name="Google Shape;1034;p110"/>
          <p:cNvSpPr txBox="1"/>
          <p:nvPr>
            <p:ph type="title"/>
          </p:nvPr>
        </p:nvSpPr>
        <p:spPr>
          <a:xfrm>
            <a:off x="457200" y="45720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Timeline</a:t>
            </a:r>
            <a:endParaRPr/>
          </a:p>
        </p:txBody>
      </p:sp>
      <p:sp>
        <p:nvSpPr>
          <p:cNvPr id="1035" name="Google Shape;1035;p110"/>
          <p:cNvSpPr txBox="1"/>
          <p:nvPr/>
        </p:nvSpPr>
        <p:spPr>
          <a:xfrm>
            <a:off x="475500"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36" name="Google Shape;1036;p110"/>
          <p:cNvSpPr txBox="1"/>
          <p:nvPr/>
        </p:nvSpPr>
        <p:spPr>
          <a:xfrm>
            <a:off x="475500"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37" name="Google Shape;1037;p110"/>
          <p:cNvSpPr txBox="1"/>
          <p:nvPr/>
        </p:nvSpPr>
        <p:spPr>
          <a:xfrm>
            <a:off x="2560275"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38" name="Google Shape;1038;p110"/>
          <p:cNvSpPr txBox="1"/>
          <p:nvPr/>
        </p:nvSpPr>
        <p:spPr>
          <a:xfrm>
            <a:off x="2560275"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39" name="Google Shape;1039;p110"/>
          <p:cNvSpPr txBox="1"/>
          <p:nvPr/>
        </p:nvSpPr>
        <p:spPr>
          <a:xfrm>
            <a:off x="6729925"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dk2"/>
                </a:solidFill>
                <a:latin typeface="Inter"/>
                <a:ea typeface="Inter"/>
                <a:cs typeface="Inter"/>
                <a:sym typeface="Inter"/>
              </a:rPr>
              <a:t>Lorem Ipsum</a:t>
            </a:r>
            <a:endParaRPr b="1">
              <a:solidFill>
                <a:schemeClr val="dk2"/>
              </a:solidFill>
              <a:latin typeface="Inter"/>
              <a:ea typeface="Inter"/>
              <a:cs typeface="Inter"/>
              <a:sym typeface="Inter"/>
            </a:endParaRPr>
          </a:p>
        </p:txBody>
      </p:sp>
      <p:sp>
        <p:nvSpPr>
          <p:cNvPr id="1040" name="Google Shape;1040;p110"/>
          <p:cNvSpPr txBox="1"/>
          <p:nvPr/>
        </p:nvSpPr>
        <p:spPr>
          <a:xfrm>
            <a:off x="6729925"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sp>
        <p:nvSpPr>
          <p:cNvPr id="1041" name="Google Shape;1041;p110"/>
          <p:cNvSpPr txBox="1"/>
          <p:nvPr/>
        </p:nvSpPr>
        <p:spPr>
          <a:xfrm>
            <a:off x="4645100" y="2836125"/>
            <a:ext cx="1938600" cy="2154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b="1" lang="en">
                <a:solidFill>
                  <a:schemeClr val="lt1"/>
                </a:solidFill>
                <a:latin typeface="Inter"/>
                <a:ea typeface="Inter"/>
                <a:cs typeface="Inter"/>
                <a:sym typeface="Inter"/>
              </a:rPr>
              <a:t>Lorem Ipsum</a:t>
            </a:r>
            <a:endParaRPr b="1">
              <a:solidFill>
                <a:schemeClr val="lt1"/>
              </a:solidFill>
              <a:latin typeface="Inter"/>
              <a:ea typeface="Inter"/>
              <a:cs typeface="Inter"/>
              <a:sym typeface="Inter"/>
            </a:endParaRPr>
          </a:p>
        </p:txBody>
      </p:sp>
      <p:sp>
        <p:nvSpPr>
          <p:cNvPr id="1042" name="Google Shape;1042;p110"/>
          <p:cNvSpPr txBox="1"/>
          <p:nvPr/>
        </p:nvSpPr>
        <p:spPr>
          <a:xfrm>
            <a:off x="4645100" y="3127725"/>
            <a:ext cx="1938600" cy="330900"/>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0"/>
              </a:spcBef>
              <a:spcAft>
                <a:spcPts val="0"/>
              </a:spcAft>
              <a:buNone/>
            </a:pPr>
            <a:r>
              <a:rPr lang="en" sz="1000">
                <a:solidFill>
                  <a:schemeClr val="lt1"/>
                </a:solidFill>
                <a:latin typeface="Inter"/>
                <a:ea typeface="Inter"/>
                <a:cs typeface="Inter"/>
                <a:sym typeface="Inter"/>
              </a:rPr>
              <a:t>Description of the text, text of the description</a:t>
            </a:r>
            <a:endParaRPr sz="1000">
              <a:solidFill>
                <a:schemeClr val="lt1"/>
              </a:solidFill>
              <a:latin typeface="Inter"/>
              <a:ea typeface="Inter"/>
              <a:cs typeface="Inter"/>
              <a:sym typeface="Inter"/>
            </a:endParaRPr>
          </a:p>
        </p:txBody>
      </p:sp>
      <p:cxnSp>
        <p:nvCxnSpPr>
          <p:cNvPr id="1043" name="Google Shape;1043;p110"/>
          <p:cNvCxnSpPr/>
          <p:nvPr/>
        </p:nvCxnSpPr>
        <p:spPr>
          <a:xfrm>
            <a:off x="475650" y="2226525"/>
            <a:ext cx="8192700" cy="0"/>
          </a:xfrm>
          <a:prstGeom prst="straightConnector1">
            <a:avLst/>
          </a:prstGeom>
          <a:noFill/>
          <a:ln cap="flat" cmpd="sng" w="28575">
            <a:solidFill>
              <a:schemeClr val="lt2"/>
            </a:solidFill>
            <a:prstDash val="solid"/>
            <a:round/>
            <a:headEnd len="med" w="med" type="none"/>
            <a:tailEnd len="med" w="med" type="none"/>
          </a:ln>
        </p:spPr>
      </p:cxnSp>
      <p:sp>
        <p:nvSpPr>
          <p:cNvPr id="1044" name="Google Shape;1044;p110"/>
          <p:cNvSpPr/>
          <p:nvPr/>
        </p:nvSpPr>
        <p:spPr>
          <a:xfrm>
            <a:off x="429750" y="2180775"/>
            <a:ext cx="91500" cy="915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110"/>
          <p:cNvSpPr/>
          <p:nvPr/>
        </p:nvSpPr>
        <p:spPr>
          <a:xfrm>
            <a:off x="8622750" y="2180775"/>
            <a:ext cx="91500" cy="915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110"/>
          <p:cNvSpPr/>
          <p:nvPr/>
        </p:nvSpPr>
        <p:spPr>
          <a:xfrm>
            <a:off x="10333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2022</a:t>
            </a:r>
            <a:endParaRPr b="1" sz="1200">
              <a:solidFill>
                <a:schemeClr val="dk1"/>
              </a:solidFill>
              <a:latin typeface="Inter"/>
              <a:ea typeface="Inter"/>
              <a:cs typeface="Inter"/>
              <a:sym typeface="Inter"/>
            </a:endParaRPr>
          </a:p>
        </p:txBody>
      </p:sp>
      <p:sp>
        <p:nvSpPr>
          <p:cNvPr id="1047" name="Google Shape;1047;p110"/>
          <p:cNvSpPr/>
          <p:nvPr/>
        </p:nvSpPr>
        <p:spPr>
          <a:xfrm>
            <a:off x="52029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2024</a:t>
            </a:r>
            <a:endParaRPr b="1" sz="1200">
              <a:solidFill>
                <a:schemeClr val="dk1"/>
              </a:solidFill>
              <a:latin typeface="Inter"/>
              <a:ea typeface="Inter"/>
              <a:cs typeface="Inter"/>
              <a:sym typeface="Inter"/>
            </a:endParaRPr>
          </a:p>
        </p:txBody>
      </p:sp>
      <p:sp>
        <p:nvSpPr>
          <p:cNvPr id="1048" name="Google Shape;1048;p110"/>
          <p:cNvSpPr/>
          <p:nvPr/>
        </p:nvSpPr>
        <p:spPr>
          <a:xfrm>
            <a:off x="3118150" y="1815075"/>
            <a:ext cx="822900" cy="822900"/>
          </a:xfrm>
          <a:prstGeom prst="ellipse">
            <a:avLst/>
          </a:prstGeom>
          <a:solidFill>
            <a:srgbClr val="9898A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2023</a:t>
            </a:r>
            <a:endParaRPr b="1" sz="1200">
              <a:solidFill>
                <a:schemeClr val="dk1"/>
              </a:solidFill>
              <a:latin typeface="Inter"/>
              <a:ea typeface="Inter"/>
              <a:cs typeface="Inter"/>
              <a:sym typeface="Inter"/>
            </a:endParaRPr>
          </a:p>
        </p:txBody>
      </p:sp>
      <p:sp>
        <p:nvSpPr>
          <p:cNvPr id="1049" name="Google Shape;1049;p110"/>
          <p:cNvSpPr/>
          <p:nvPr/>
        </p:nvSpPr>
        <p:spPr>
          <a:xfrm>
            <a:off x="7287750" y="1815075"/>
            <a:ext cx="822900" cy="822900"/>
          </a:xfrm>
          <a:prstGeom prst="ellipse">
            <a:avLst/>
          </a:prstGeom>
          <a:solidFill>
            <a:schemeClr val="dk2"/>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 sz="1200">
                <a:solidFill>
                  <a:schemeClr val="dk1"/>
                </a:solidFill>
                <a:latin typeface="Inter"/>
                <a:ea typeface="Inter"/>
                <a:cs typeface="Inter"/>
                <a:sym typeface="Inter"/>
              </a:rPr>
              <a:t>2025</a:t>
            </a:r>
            <a:endParaRPr b="1" sz="1200">
              <a:solidFill>
                <a:schemeClr val="dk1"/>
              </a:solidFill>
              <a:latin typeface="Inter"/>
              <a:ea typeface="Inter"/>
              <a:cs typeface="Inter"/>
              <a:sym typeface="Inte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18"/>
          <p:cNvSpPr txBox="1"/>
          <p:nvPr>
            <p:ph type="title"/>
          </p:nvPr>
        </p:nvSpPr>
        <p:spPr>
          <a:xfrm>
            <a:off x="457200" y="445450"/>
            <a:ext cx="8229600" cy="431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a:t>Code</a:t>
            </a:r>
            <a:endParaRPr/>
          </a:p>
        </p:txBody>
      </p:sp>
      <p:sp>
        <p:nvSpPr>
          <p:cNvPr id="1158" name="Google Shape;1158;p118"/>
          <p:cNvSpPr txBox="1"/>
          <p:nvPr>
            <p:ph idx="1" type="body"/>
          </p:nvPr>
        </p:nvSpPr>
        <p:spPr>
          <a:xfrm>
            <a:off x="654700" y="1301900"/>
            <a:ext cx="7815600" cy="3069300"/>
          </a:xfrm>
          <a:prstGeom prst="rect">
            <a:avLst/>
          </a:prstGeom>
        </p:spPr>
        <p:txBody>
          <a:bodyPr anchorCtr="0" anchor="ctr" bIns="0" lIns="0" spcFirstLastPara="1" rIns="0" wrap="square" tIns="0">
            <a:normAutofit/>
          </a:bodyPr>
          <a:lstStyle/>
          <a:p>
            <a:pPr indent="0" lvl="0" marL="0" rtl="0" algn="l">
              <a:lnSpc>
                <a:spcPct val="150000"/>
              </a:lnSpc>
              <a:spcBef>
                <a:spcPts val="0"/>
              </a:spcBef>
              <a:spcAft>
                <a:spcPts val="0"/>
              </a:spcAft>
              <a:buNone/>
            </a:pPr>
            <a:r>
              <a:rPr lang="en" sz="900">
                <a:solidFill>
                  <a:schemeClr val="dk2"/>
                </a:solidFill>
                <a:latin typeface="Fira Code Light"/>
                <a:ea typeface="Fira Code Light"/>
                <a:cs typeface="Fira Code Light"/>
                <a:sym typeface="Fira Code Light"/>
              </a:rPr>
              <a:t>@contextmanager</a:t>
            </a:r>
            <a:endParaRPr sz="900">
              <a:solidFill>
                <a:schemeClr val="dk2"/>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6"/>
                </a:solidFill>
                <a:latin typeface="Fira Code Light"/>
                <a:ea typeface="Fira Code Light"/>
                <a:cs typeface="Fira Code Light"/>
                <a:sym typeface="Fira Code Light"/>
              </a:rPr>
              <a:t>def</a:t>
            </a:r>
            <a:r>
              <a:rPr lang="en" sz="900">
                <a:solidFill>
                  <a:schemeClr val="accent3"/>
                </a:solidFill>
                <a:latin typeface="Fira Code Light"/>
                <a:ea typeface="Fira Code Light"/>
                <a:cs typeface="Fira Code Light"/>
                <a:sym typeface="Fira Code Light"/>
              </a:rPr>
              <a:t> </a:t>
            </a:r>
            <a:r>
              <a:rPr lang="en" sz="900">
                <a:solidFill>
                  <a:schemeClr val="dk2"/>
                </a:solidFill>
                <a:latin typeface="Fira Code Light"/>
                <a:ea typeface="Fira Code Light"/>
                <a:cs typeface="Fira Code Light"/>
                <a:sym typeface="Fira Code Light"/>
              </a:rPr>
              <a:t>create_agent</a:t>
            </a:r>
            <a:r>
              <a:rPr lang="en" sz="900">
                <a:latin typeface="Fira Code Light"/>
                <a:ea typeface="Fira Code Light"/>
                <a:cs typeface="Fira Code Light"/>
                <a:sym typeface="Fira Code Light"/>
              </a:rPr>
              <a:t>(</a:t>
            </a:r>
            <a:r>
              <a:rPr lang="en" sz="900">
                <a:solidFill>
                  <a:schemeClr val="accent6"/>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a:t>
            </a:r>
            <a:endParaRPr sz="900">
              <a:solidFill>
                <a:schemeClr val="accent3"/>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a:t>
            </a:r>
            <a:r>
              <a:rPr lang="en" sz="900">
                <a:solidFill>
                  <a:schemeClr val="accent3"/>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ClaudeModel(</a:t>
            </a:r>
            <a:r>
              <a:rPr lang="en" sz="900">
                <a:solidFill>
                  <a:schemeClr val="accent6"/>
                </a:solidFill>
                <a:latin typeface="Fira Code Light"/>
                <a:ea typeface="Fira Code Light"/>
                <a:cs typeface="Fira Code Light"/>
                <a:sym typeface="Fira Code Light"/>
              </a:rPr>
              <a:t>client_args</a:t>
            </a:r>
            <a:r>
              <a:rPr lang="en" sz="900">
                <a:latin typeface="Fira Code Light"/>
                <a:ea typeface="Fira Code Light"/>
                <a:cs typeface="Fira Code Light"/>
                <a:sym typeface="Fira Code Light"/>
              </a:rPr>
              <a:t>={</a:t>
            </a:r>
            <a:r>
              <a:rPr lang="en" sz="900">
                <a:solidFill>
                  <a:schemeClr val="accent4"/>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api_key</a:t>
            </a:r>
            <a:r>
              <a:rPr lang="en" sz="900">
                <a:latin typeface="Fira Code Light"/>
                <a:ea typeface="Fira Code Light"/>
                <a:cs typeface="Fira Code Light"/>
                <a:sym typeface="Fira Code Light"/>
              </a:rPr>
              <a:t>},</a:t>
            </a: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model_id</a:t>
            </a:r>
            <a:r>
              <a:rPr lang="en" sz="900">
                <a:latin typeface="Fira Code Light"/>
                <a:ea typeface="Fira Code Light"/>
                <a:cs typeface="Fira Code Light"/>
                <a:sym typeface="Fira Code Light"/>
              </a:rPr>
              <a:t>=</a:t>
            </a:r>
            <a:r>
              <a:rPr lang="en" sz="900">
                <a:solidFill>
                  <a:schemeClr val="accent4"/>
                </a:solidFill>
                <a:latin typeface="Fira Code Light"/>
                <a:ea typeface="Fira Code Light"/>
                <a:cs typeface="Fira Code Light"/>
                <a:sym typeface="Fira Code Light"/>
              </a:rPr>
              <a:t>"claude-3-5-sonnet-20240620"</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mcp</a:t>
            </a:r>
            <a:r>
              <a:rPr lang="en" sz="900">
                <a:solidFill>
                  <a:schemeClr val="accent3"/>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lambda</a:t>
            </a:r>
            <a:r>
              <a:rPr lang="en" sz="900">
                <a:latin typeface="Fira Code Light"/>
                <a:ea typeface="Fira Code Light"/>
                <a:cs typeface="Fira Code Light"/>
                <a:sym typeface="Fira Code Light"/>
              </a:rPr>
              <a:t>: streamablehttp_client(</a:t>
            </a:r>
            <a:r>
              <a:rPr lang="en" sz="900">
                <a:solidFill>
                  <a:schemeClr val="accent4"/>
                </a:solidFill>
                <a:latin typeface="Fira Code Light"/>
                <a:ea typeface="Fira Code Light"/>
                <a:cs typeface="Fira Code Light"/>
                <a:sym typeface="Fira Code Light"/>
              </a:rPr>
              <a:t>"http://localhost:8001/mcp"</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1"/>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with</a:t>
            </a: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MCPClient(</a:t>
            </a:r>
            <a:r>
              <a:rPr lang="en" sz="900">
                <a:solidFill>
                  <a:schemeClr val="accent6"/>
                </a:solidFill>
                <a:latin typeface="Fira Code Light"/>
                <a:ea typeface="Fira Code Light"/>
                <a:cs typeface="Fira Code Light"/>
                <a:sym typeface="Fira Code Light"/>
              </a:rPr>
              <a:t>mcp</a:t>
            </a:r>
            <a:r>
              <a:rPr lang="en" sz="900">
                <a:latin typeface="Fira Code Light"/>
                <a:ea typeface="Fira Code Light"/>
                <a:cs typeface="Fira Code Light"/>
                <a:sym typeface="Fira Code Light"/>
              </a:rPr>
              <a:t>)</a:t>
            </a:r>
            <a:r>
              <a:rPr lang="en" sz="900">
                <a:solidFill>
                  <a:srgbClr val="000000"/>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as</a:t>
            </a: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svc</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1"/>
                </a:solidFill>
                <a:latin typeface="Fira Code Light"/>
                <a:ea typeface="Fira Code Light"/>
                <a:cs typeface="Fira Code Light"/>
                <a:sym typeface="Fira Code Light"/>
              </a:rPr>
              <a:t>  </a:t>
            </a:r>
            <a:r>
              <a:rPr lang="en" sz="900">
                <a:solidFill>
                  <a:srgbClr val="9898A8"/>
                </a:solidFill>
                <a:latin typeface="Fira Code Light"/>
                <a:ea typeface="Fira Code Light"/>
                <a:cs typeface="Fira Code Light"/>
                <a:sym typeface="Fira Code Light"/>
              </a:rPr>
              <a:t>yield</a:t>
            </a: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Agent(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model</a:t>
            </a:r>
            <a:r>
              <a:rPr lang="en" sz="900">
                <a:latin typeface="Fira Code Light"/>
                <a:ea typeface="Fira Code Light"/>
                <a:cs typeface="Fira Code Light"/>
                <a:sym typeface="Fira Code Light"/>
              </a:rPr>
              <a:t>=</a:t>
            </a:r>
            <a:r>
              <a:rPr lang="en" sz="900">
                <a:solidFill>
                  <a:schemeClr val="accent6"/>
                </a:solidFill>
                <a:latin typeface="Fira Code Light"/>
                <a:ea typeface="Fira Code Light"/>
                <a:cs typeface="Fira Code Light"/>
                <a:sym typeface="Fira Code Light"/>
              </a:rPr>
              <a:t>model</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3"/>
                </a:solidFill>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tools</a:t>
            </a:r>
            <a:r>
              <a:rPr lang="en" sz="900">
                <a:latin typeface="Fira Code Light"/>
                <a:ea typeface="Fira Code Light"/>
                <a:cs typeface="Fira Code Light"/>
                <a:sym typeface="Fira Code Light"/>
              </a:rPr>
              <a:t>=[</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Retrieve background context</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retrieve,</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solidFill>
                  <a:schemeClr val="accent2"/>
                </a:solidFill>
                <a:latin typeface="Fira Code Light"/>
                <a:ea typeface="Fira Code Light"/>
                <a:cs typeface="Fira Code Light"/>
                <a:sym typeface="Fira Code Light"/>
              </a:rPr>
              <a:t> </a:t>
            </a:r>
            <a:r>
              <a:rPr lang="en" sz="900">
                <a:solidFill>
                  <a:schemeClr val="accent5"/>
                </a:solidFill>
                <a:latin typeface="Fira Code Light"/>
                <a:ea typeface="Fira Code Light"/>
                <a:cs typeface="Fira Code Light"/>
                <a:sym typeface="Fira Code Light"/>
              </a:rPr>
              <a:t>## The server provides live context of</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canonical business objects</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rgbClr val="000000"/>
                </a:solidFill>
                <a:latin typeface="Fira Code Light"/>
                <a:ea typeface="Fira Code Light"/>
                <a:cs typeface="Fira Code Light"/>
                <a:sym typeface="Fira Code Light"/>
              </a:rPr>
              <a:t>            </a:t>
            </a:r>
            <a:r>
              <a:rPr lang="en" sz="900">
                <a:latin typeface="Fira Code Light"/>
                <a:ea typeface="Fira Code Light"/>
                <a:cs typeface="Fira Code Light"/>
                <a:sym typeface="Fira Code Light"/>
              </a:rPr>
              <a:t>   *</a:t>
            </a:r>
            <a:r>
              <a:rPr lang="en" sz="900">
                <a:solidFill>
                  <a:schemeClr val="accent6"/>
                </a:solidFill>
                <a:latin typeface="Fira Code Light"/>
                <a:ea typeface="Fira Code Light"/>
                <a:cs typeface="Fira Code Light"/>
                <a:sym typeface="Fira Code Light"/>
              </a:rPr>
              <a:t>svc</a:t>
            </a:r>
            <a:r>
              <a:rPr lang="en" sz="900">
                <a:latin typeface="Fira Code Light"/>
                <a:ea typeface="Fira Code Light"/>
                <a:cs typeface="Fira Code Light"/>
                <a:sym typeface="Fira Code Light"/>
              </a:rPr>
              <a:t>.list_tools_sync()</a:t>
            </a:r>
            <a:endParaRPr sz="900">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solidFill>
                  <a:schemeClr val="accent5"/>
                </a:solidFill>
                <a:latin typeface="Fira Code Light"/>
                <a:ea typeface="Fira Code Light"/>
                <a:cs typeface="Fira Code Light"/>
                <a:sym typeface="Fira Code Light"/>
              </a:rPr>
              <a:t>               ## Add other tools allowing the agent to take actions</a:t>
            </a:r>
            <a:endParaRPr sz="900">
              <a:solidFill>
                <a:schemeClr val="accent5"/>
              </a:solidFill>
              <a:latin typeface="Fira Code Light"/>
              <a:ea typeface="Fira Code Light"/>
              <a:cs typeface="Fira Code Light"/>
              <a:sym typeface="Fira Code Light"/>
            </a:endParaRPr>
          </a:p>
          <a:p>
            <a:pPr indent="0" lvl="0" marL="0" rtl="0" algn="l">
              <a:lnSpc>
                <a:spcPct val="150000"/>
              </a:lnSpc>
              <a:spcBef>
                <a:spcPts val="0"/>
              </a:spcBef>
              <a:spcAft>
                <a:spcPts val="0"/>
              </a:spcAft>
              <a:buNone/>
            </a:pPr>
            <a:r>
              <a:rPr lang="en" sz="900">
                <a:latin typeface="Fira Code Light"/>
                <a:ea typeface="Fira Code Light"/>
                <a:cs typeface="Fira Code Light"/>
                <a:sym typeface="Fira Code Light"/>
              </a:rPr>
              <a:t>           ])</a:t>
            </a:r>
            <a:endParaRPr sz="900">
              <a:solidFill>
                <a:schemeClr val="accent3"/>
              </a:solidFill>
              <a:latin typeface="Fira Code Light"/>
              <a:ea typeface="Fira Code Light"/>
              <a:cs typeface="Fira Code Light"/>
              <a:sym typeface="Fira Code Light"/>
            </a:endParaRPr>
          </a:p>
        </p:txBody>
      </p:sp>
      <p:sp>
        <p:nvSpPr>
          <p:cNvPr id="1159" name="Google Shape;1159;p118"/>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3" name="Shape 1163"/>
        <p:cNvGrpSpPr/>
        <p:nvPr/>
      </p:nvGrpSpPr>
      <p:grpSpPr>
        <a:xfrm>
          <a:off x="0" y="0"/>
          <a:ext cx="0" cy="0"/>
          <a:chOff x="0" y="0"/>
          <a:chExt cx="0" cy="0"/>
        </a:xfrm>
      </p:grpSpPr>
      <p:sp>
        <p:nvSpPr>
          <p:cNvPr id="1164" name="Google Shape;1164;p119"/>
          <p:cNvSpPr txBox="1"/>
          <p:nvPr>
            <p:ph idx="12" type="sldNum"/>
          </p:nvPr>
        </p:nvSpPr>
        <p:spPr>
          <a:xfrm>
            <a:off x="8412600" y="4690875"/>
            <a:ext cx="274200" cy="457200"/>
          </a:xfrm>
          <a:prstGeom prst="rect">
            <a:avLst/>
          </a:prstGeom>
        </p:spPr>
        <p:txBody>
          <a:bodyPr anchorCtr="0" anchor="ctr" bIns="0" lIns="0" spcFirstLastPara="1" rIns="0" wrap="square" tIns="0">
            <a:normAutofit/>
          </a:bodyPr>
          <a:lstStyle/>
          <a:p>
            <a:pPr indent="0" lvl="0" marL="0" rtl="0" algn="r">
              <a:spcBef>
                <a:spcPts val="0"/>
              </a:spcBef>
              <a:spcAft>
                <a:spcPts val="0"/>
              </a:spcAft>
              <a:buNone/>
            </a:pPr>
            <a:fld id="{00000000-1234-1234-1234-123412341234}" type="slidenum">
              <a:rPr lang="en"/>
              <a:t>‹#›</a:t>
            </a:fld>
            <a:endParaRPr/>
          </a:p>
        </p:txBody>
      </p:sp>
      <p:sp>
        <p:nvSpPr>
          <p:cNvPr id="1165" name="Google Shape;1165;p119"/>
          <p:cNvSpPr txBox="1"/>
          <p:nvPr>
            <p:ph idx="1" type="subTitle"/>
          </p:nvPr>
        </p:nvSpPr>
        <p:spPr>
          <a:xfrm>
            <a:off x="1856225" y="3255275"/>
            <a:ext cx="5431500" cy="1435500"/>
          </a:xfrm>
          <a:prstGeom prst="rect">
            <a:avLst/>
          </a:prstGeom>
        </p:spPr>
        <p:txBody>
          <a:bodyPr anchorCtr="0" anchor="t" bIns="0" lIns="0" spcFirstLastPara="1" rIns="0" wrap="square" tIns="0">
            <a:normAutofit/>
          </a:bodyPr>
          <a:lstStyle/>
          <a:p>
            <a:pPr indent="0" lvl="0" marL="0" rtl="0" algn="ctr">
              <a:spcBef>
                <a:spcPts val="0"/>
              </a:spcBef>
              <a:spcAft>
                <a:spcPts val="0"/>
              </a:spcAft>
              <a:buNone/>
            </a:pPr>
            <a:r>
              <a:rPr lang="en" sz="1200">
                <a:solidFill>
                  <a:schemeClr val="dk1"/>
                </a:solidFill>
              </a:rPr>
              <a:t>Firstname Lastname</a:t>
            </a:r>
            <a:endParaRPr sz="1200">
              <a:solidFill>
                <a:schemeClr val="dk1"/>
              </a:solidFill>
            </a:endParaRPr>
          </a:p>
          <a:p>
            <a:pPr indent="0" lvl="0" marL="0" rtl="0" algn="ctr">
              <a:spcBef>
                <a:spcPts val="400"/>
              </a:spcBef>
              <a:spcAft>
                <a:spcPts val="400"/>
              </a:spcAft>
              <a:buNone/>
            </a:pPr>
            <a:r>
              <a:rPr i="1" lang="en" sz="1000"/>
              <a:t>Job Title</a:t>
            </a:r>
            <a:endParaRPr i="1" sz="1200"/>
          </a:p>
        </p:txBody>
      </p:sp>
      <p:sp>
        <p:nvSpPr>
          <p:cNvPr id="1166" name="Google Shape;1166;p119"/>
          <p:cNvSpPr txBox="1"/>
          <p:nvPr>
            <p:ph type="title"/>
          </p:nvPr>
        </p:nvSpPr>
        <p:spPr>
          <a:xfrm>
            <a:off x="457200" y="2481100"/>
            <a:ext cx="8229600" cy="615600"/>
          </a:xfrm>
          <a:prstGeom prst="rect">
            <a:avLst/>
          </a:prstGeom>
        </p:spPr>
        <p:txBody>
          <a:bodyPr anchorCtr="0" anchor="t" bIns="0" lIns="0" spcFirstLastPara="1" rIns="0" wrap="square" tIns="0">
            <a:spAutoFit/>
          </a:bodyPr>
          <a:lstStyle/>
          <a:p>
            <a:pPr indent="0" lvl="0" marL="0" rtl="0" algn="ctr">
              <a:spcBef>
                <a:spcPts val="0"/>
              </a:spcBef>
              <a:spcAft>
                <a:spcPts val="0"/>
              </a:spcAft>
              <a:buNone/>
            </a:pPr>
            <a:r>
              <a:rPr lang="en"/>
              <a:t>Thank you!</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ycoworks">
  <a:themeElements>
    <a:clrScheme name="tycoworks">
      <a:dk1>
        <a:srgbClr val="FFFFFF"/>
      </a:dk1>
      <a:lt1>
        <a:srgbClr val="1A1A2E"/>
      </a:lt1>
      <a:dk2>
        <a:srgbClr val="7C3AED"/>
      </a:dk2>
      <a:lt2>
        <a:srgbClr val="EDE9FE"/>
      </a:lt2>
      <a:accent1>
        <a:srgbClr val="F59E0B"/>
      </a:accent1>
      <a:accent2>
        <a:srgbClr val="34D399"/>
      </a:accent2>
      <a:accent3>
        <a:srgbClr val="60A5FA"/>
      </a:accent3>
      <a:accent4>
        <a:srgbClr val="7C3AED"/>
      </a:accent4>
      <a:accent5>
        <a:srgbClr val="059669"/>
      </a:accent5>
      <a:accent6>
        <a:srgbClr val="2563EB"/>
      </a:accent6>
      <a:hlink>
        <a:srgbClr val="60A5FA"/>
      </a:hlink>
      <a:folHlink>
        <a:srgbClr val="7C3AE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