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14.xml"/>
  <Override ContentType="application/vnd.openxmlformats-officedocument.presentationml.notesSlide+xml" PartName="/ppt/notesSlides/notesSlide1.xml"/>
  <Override ContentType="application/vnd.openxmlformats-officedocument.presentationml.notesSlide+xml" PartName="/ppt/notesSlides/notesSlide10.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2.xml"/>
  <Override ContentType="application/vnd.openxmlformats-officedocument.presentationml.notesSlide+xml" PartName="/ppt/notesSlides/notesSlide4.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18.xml"/>
  <Override ContentType="application/vnd.openxmlformats-officedocument.presentationml.notesSlide+xml" PartName="/ppt/notesSlides/notesSlide3.xml"/>
  <Override ContentType="application/vnd.openxmlformats-officedocument.presentationml.notesSlide+xml" PartName="/ppt/notesSlides/notesSlide15.xml"/>
  <Override ContentType="application/vnd.openxmlformats-officedocument.presentationml.notesSlide+xml" PartName="/ppt/notesSlides/notesSlide13.xml"/>
  <Override ContentType="application/vnd.openxmlformats-officedocument.presentationml.notesSlide+xml" PartName="/ppt/notesSlides/notesSlide7.xml"/>
  <Override ContentType="application/vnd.openxmlformats-officedocument.presentationml.tableStyles+xml" PartName="/ppt/tableStyles.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2.xml"/>
  <Override ContentType="application/vnd.openxmlformats-officedocument.presentationml.slideLayout+xml" PartName="/ppt/slideLayouts/slideLayout5.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33.xml"/>
  <Override ContentType="application/vnd.openxmlformats-officedocument.presentationml.slideLayout+xml" PartName="/ppt/slideLayouts/slideLayout17.xml"/>
  <Override ContentType="application/vnd.openxmlformats-officedocument.presentationml.slideLayout+xml" PartName="/ppt/slideLayouts/slideLayout4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27.xml"/>
  <Override ContentType="application/vnd.openxmlformats-officedocument.presentationml.slideLayout+xml" PartName="/ppt/slideLayouts/slideLayout45.xml"/>
  <Override ContentType="application/vnd.openxmlformats-officedocument.presentationml.slideMaster+xml" PartName="/ppt/slideMasters/slideMaster1.xml"/>
  <Override ContentType="application/vnd.openxmlformats-officedocument.presentationml.slide+xml" PartName="/ppt/slides/slide15.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9.xml"/>
  <Override ContentType="application/vnd.openxmlformats-officedocument.presentationml.slide+xml" PartName="/ppt/slides/slide11.xml"/>
  <Override ContentType="application/vnd.openxmlformats-officedocument.presentationml.slide+xml" PartName="/ppt/slides/slide7.xml"/>
  <Override ContentType="application/vnd.openxmlformats-officedocument.presentationml.slide+xml" PartName="/ppt/slides/slide13.xml"/>
  <Override ContentType="application/vnd.openxmlformats-officedocument.presentationml.slide+xml" PartName="/ppt/slides/slide3.xml"/>
  <Override ContentType="application/vnd.openxmlformats-officedocument.presentationml.slide+xml" PartName="/ppt/slides/slide10.xml"/>
  <Override ContentType="application/vnd.openxmlformats-officedocument.presentationml.slide+xml" PartName="/ppt/slides/slide18.xml"/>
  <Override ContentType="application/vnd.openxmlformats-officedocument.presentationml.slide+xml" PartName="/ppt/slides/slide16.xml"/>
  <Override ContentType="application/vnd.openxmlformats-officedocument.presentationml.slide+xml" PartName="/ppt/slides/slide1.xml"/>
  <Override ContentType="application/vnd.openxmlformats-officedocument.presentationml.slide+xml" PartName="/ppt/slides/slide17.xml"/>
  <Override ContentType="application/vnd.openxmlformats-officedocument.presentationml.slide+xml" PartName="/ppt/slides/slide12.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02" r:id="rId4"/>
  </p:sldMasterIdLst>
  <p:notesMasterIdLst>
    <p:notesMasterId r:id="rId5"/>
  </p:notesMasterIdLst>
  <p:sldIdLst>
    <p:sldId id="256" r:id="rId6"/>
    <p:sldId id="257" r:id="rId8"/>
    <p:sldId id="258" r:id="rId11"/>
    <p:sldId id="259" r:id="rId16"/>
    <p:sldId id="260" r:id="rId20"/>
    <p:sldId id="261" r:id="rId22"/>
    <p:sldId id="262" r:id="rId28"/>
    <p:sldId id="263" r:id="rId36"/>
    <p:sldId id="264" r:id="rId42"/>
    <p:sldId id="265" r:id="rId44"/>
    <p:sldId id="266" r:id="rId46"/>
    <p:sldId id="267" r:id="rId50"/>
    <p:sldId id="268" r:id="rId54"/>
    <p:sldId id="269" r:id="rId56"/>
    <p:sldId id="270" r:id="rId57"/>
    <p:sldId id="271" r:id="rId60"/>
    <p:sldId id="272" r:id="rId68"/>
    <p:sldId id="273" r:id="rId69"/>
  </p:sldIdLst>
  <p:sldSz cy="5143500" cx="9144000"/>
  <p:notesSz cx="6858000" cy="9144000"/>
  <p:embeddedFontLst>
    <p:embeddedFont>
      <p:font typeface="Fira Code Light"/>
      <p:regular r:id="rId80"/>
      <p:bold r:id="rId81"/>
    </p:embeddedFont>
    <p:embeddedFont>
      <p:font typeface="Inter SemiBold"/>
      <p:regular r:id="rId82"/>
      <p:bold r:id="rId83"/>
      <p:italic r:id="rId84"/>
      <p:boldItalic r:id="rId85"/>
    </p:embeddedFont>
    <p:embeddedFont>
      <p:font typeface="Inter"/>
      <p:regular r:id="rId86"/>
      <p:bold r:id="rId87"/>
      <p:italic r:id="rId88"/>
      <p:boldItalic r:id="rId89"/>
    </p:embeddedFont>
    <p:embeddedFont>
      <p:font typeface="Fira Code"/>
      <p:regular r:id="rId94"/>
      <p:bold r:id="rId95"/>
    </p:embeddedFont>
    <p:embeddedFont>
      <p:font typeface="Inter Medium"/>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D8B079-4B57-4066-A3C3-005C280EA072}">
  <a:tblStyle styleId="{4BD8B079-4B57-4066-A3C3-005C280EA0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2" Type="http://schemas.openxmlformats.org/officeDocument/2006/relationships/slide" Target="slides/slide9.xml"/><Relationship Id="rId44" Type="http://schemas.openxmlformats.org/officeDocument/2006/relationships/slide" Target="slides/slide10.xml"/><Relationship Id="rId46" Type="http://schemas.openxmlformats.org/officeDocument/2006/relationships/slide" Target="slides/slide11.xml"/><Relationship Id="rId36" Type="http://schemas.openxmlformats.org/officeDocument/2006/relationships/slide" Target="slides/slide8.xml"/><Relationship Id="rId20" Type="http://schemas.openxmlformats.org/officeDocument/2006/relationships/slide" Target="slides/slide5.xml"/><Relationship Id="rId22" Type="http://schemas.openxmlformats.org/officeDocument/2006/relationships/slide" Target="slides/slide6.xml"/><Relationship Id="rId28" Type="http://schemas.openxmlformats.org/officeDocument/2006/relationships/slide" Target="slides/slide7.xml"/><Relationship Id="rId95" Type="http://schemas.openxmlformats.org/officeDocument/2006/relationships/font" Target="fonts/FiraCode-bold.fntdata"/><Relationship Id="rId94" Type="http://schemas.openxmlformats.org/officeDocument/2006/relationships/font" Target="fonts/FiraCode-regular.fntdata"/><Relationship Id="rId97" Type="http://schemas.openxmlformats.org/officeDocument/2006/relationships/font" Target="fonts/InterMedium-bold.fntdata"/><Relationship Id="rId96" Type="http://schemas.openxmlformats.org/officeDocument/2006/relationships/font" Target="fonts/InterMedium-regular.fntdata"/><Relationship Id="rId11" Type="http://schemas.openxmlformats.org/officeDocument/2006/relationships/slide" Target="slides/slide3.xml"/><Relationship Id="rId99" Type="http://schemas.openxmlformats.org/officeDocument/2006/relationships/font" Target="fonts/InterMedium-boldItalic.fntdata"/><Relationship Id="rId98" Type="http://schemas.openxmlformats.org/officeDocument/2006/relationships/font" Target="fonts/InterMedium-italic.fntdata"/><Relationship Id="rId16" Type="http://schemas.openxmlformats.org/officeDocument/2006/relationships/slide" Target="slides/slide4.xml"/><Relationship Id="rId84" Type="http://schemas.openxmlformats.org/officeDocument/2006/relationships/font" Target="fonts/InterSemiBold-italic.fntdata"/><Relationship Id="rId83" Type="http://schemas.openxmlformats.org/officeDocument/2006/relationships/font" Target="fonts/InterSemiBold-bold.fntdata"/><Relationship Id="rId86" Type="http://schemas.openxmlformats.org/officeDocument/2006/relationships/font" Target="fonts/Inter-regular.fntdata"/><Relationship Id="rId85" Type="http://schemas.openxmlformats.org/officeDocument/2006/relationships/font" Target="fonts/InterSemiBold-boldItalic.fntdata"/><Relationship Id="rId88" Type="http://schemas.openxmlformats.org/officeDocument/2006/relationships/font" Target="fonts/Inter-italic.fntdata"/><Relationship Id="rId87" Type="http://schemas.openxmlformats.org/officeDocument/2006/relationships/font" Target="fonts/Inter-bold.fntdata"/><Relationship Id="rId89" Type="http://schemas.openxmlformats.org/officeDocument/2006/relationships/font" Target="fonts/Inter-boldItalic.fntdata"/><Relationship Id="rId80" Type="http://schemas.openxmlformats.org/officeDocument/2006/relationships/font" Target="fonts/FiraCodeLight-regular.fntdata"/><Relationship Id="rId82" Type="http://schemas.openxmlformats.org/officeDocument/2006/relationships/font" Target="fonts/InterSemiBold-regular.fntdata"/><Relationship Id="rId81" Type="http://schemas.openxmlformats.org/officeDocument/2006/relationships/font" Target="fonts/FiraCodeLigh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2.xml"/><Relationship Id="rId68" Type="http://schemas.openxmlformats.org/officeDocument/2006/relationships/slide" Target="slides/slide17.xml"/><Relationship Id="rId60" Type="http://schemas.openxmlformats.org/officeDocument/2006/relationships/slide" Target="slides/slide16.xml"/><Relationship Id="rId69" Type="http://schemas.openxmlformats.org/officeDocument/2006/relationships/slide" Target="slides/slide18.xml"/><Relationship Id="rId50" Type="http://schemas.openxmlformats.org/officeDocument/2006/relationships/slide" Target="slides/slide12.xml"/><Relationship Id="rId54" Type="http://schemas.openxmlformats.org/officeDocument/2006/relationships/slide" Target="slides/slide13.xml"/><Relationship Id="rId57" Type="http://schemas.openxmlformats.org/officeDocument/2006/relationships/slide" Target="slides/slide15.xml"/><Relationship Id="rId5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813cea722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813cea722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8ec0274a5d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8ec0274a5d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826a15911a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826a15911a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8ce3d0a4e1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8ce3d0a4e1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8ce3d0a4e1_2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8ce3d0a4e1_2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8ec0274a5d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8ec0274a5d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8ce3d0a4e1_2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8ce3d0a4e1_2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838513eaec_1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838513eaec_1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8ce3d0a4e1_2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8ce3d0a4e1_2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8ce3d0a4e1_2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8ce3d0a4e1_2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eb3adbafe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eb3adbafe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8ec0274a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8ec0274a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8ce3d0a4e1_3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8ce3d0a4e1_3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874cf5697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874cf5697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eb3adbafe9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3eb3adbafe9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8ce3d0a4e1_3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8ce3d0a4e1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6fa0a59d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6fa0a59d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eb3adbafe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3eb3adbafe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w.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jpg"/><Relationship Id="rId3" Type="http://schemas.openxmlformats.org/officeDocument/2006/relationships/image" Target="../media/image2w.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457200" y="744575"/>
            <a:ext cx="8229600" cy="2135700"/>
          </a:xfrm>
          <a:prstGeom prst="rect">
            <a:avLst/>
          </a:prstGeom>
        </p:spPr>
        <p:txBody>
          <a:bodyPr anchorCtr="0" anchor="b" bIns="0" lIns="0" spcFirstLastPara="1" rIns="0" wrap="square" tIns="0">
            <a:normAutofit/>
          </a:bodyPr>
          <a:lstStyle>
            <a:lvl1pPr lvl="0">
              <a:spcBef>
                <a:spcPts val="0"/>
              </a:spcBef>
              <a:spcAft>
                <a:spcPts val="0"/>
              </a:spcAft>
              <a:buSzPts val="40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57200" y="3108875"/>
            <a:ext cx="8229600" cy="1581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20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147304" y="4690872"/>
            <a:ext cx="539400" cy="457200"/>
          </a:xfrm>
          <a:prstGeom prst="rect">
            <a:avLst/>
          </a:prstGeom>
        </p:spPr>
        <p:txBody>
          <a:bodyPr anchorCtr="0" anchor="ctr" bIns="0" lIns="0"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title="logo_wordmark.png"/>
          <p:cNvPicPr preferRelativeResize="0"/>
          <p:nvPr/>
        </p:nvPicPr>
        <p:blipFill>
          <a:blip r:embed="rId3">
            <a:alphaModFix/>
          </a:blip>
          <a:stretch>
            <a:fillRect/>
          </a:stretch>
        </p:blipFill>
        <p:spPr>
          <a:xfrm>
            <a:off x="457200" y="533400"/>
            <a:ext cx="1399025" cy="30467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1156800" y="1363200"/>
            <a:ext cx="6830400" cy="2112300"/>
          </a:xfrm>
          <a:prstGeom prst="rect">
            <a:avLst/>
          </a:prstGeom>
        </p:spPr>
        <p:txBody>
          <a:bodyPr anchorCtr="0" anchor="ctr" bIns="0" lIns="0" spcFirstLastPara="1" rIns="0" wrap="square" tIns="0">
            <a:normAutofit/>
          </a:bodyPr>
          <a:lstStyle>
            <a:lvl1pPr lvl="0" algn="ctr">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6" name="Google Shape;16;p3"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17" name="Google Shape;17;p3"/>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chemeClr val="lt2"/>
                </a:solidFill>
                <a:latin typeface="Inter"/>
                <a:ea typeface="Inter"/>
                <a:cs typeface="Inter"/>
                <a:sym typeface="Inter"/>
              </a:rPr>
              <a:t>Copyright © 2026 tycoworks. All Rights Reserved.</a:t>
            </a:r>
            <a:endParaRPr sz="600">
              <a:solidFill>
                <a:schemeClr val="lt2"/>
              </a:solidFill>
              <a:latin typeface="Inter"/>
              <a:ea typeface="Inter"/>
              <a:cs typeface="Inter"/>
              <a:sym typeface="Inte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Light">
  <p:cSld name="TITLE_AND_BODY_2">
    <p:bg>
      <p:bgPr>
        <a:solidFill>
          <a:schemeClr val="dk1"/>
        </a:solidFill>
      </p:bgPr>
    </p:bg>
    <p:spTree>
      <p:nvGrpSpPr>
        <p:cNvPr id="31" name="Shape 31"/>
        <p:cNvGrpSpPr/>
        <p:nvPr/>
      </p:nvGrpSpPr>
      <p:grpSpPr>
        <a:xfrm>
          <a:off x="0" y="0"/>
          <a:ext cx="0" cy="0"/>
          <a:chOff x="0" y="0"/>
          <a:chExt cx="0" cy="0"/>
        </a:xfrm>
      </p:grpSpPr>
      <p:sp>
        <p:nvSpPr>
          <p:cNvPr id="32" name="Google Shape;32;p6"/>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3" name="Google Shape;33;p6"/>
          <p:cNvSpPr txBox="1"/>
          <p:nvPr>
            <p:ph idx="1" type="body"/>
          </p:nvPr>
        </p:nvSpPr>
        <p:spPr>
          <a:xfrm>
            <a:off x="457200" y="1152475"/>
            <a:ext cx="8229600" cy="3538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2"/>
              </a:buClr>
              <a:buSzPts val="1200"/>
              <a:buChar char="●"/>
              <a:defRPr>
                <a:solidFill>
                  <a:schemeClr val="lt1"/>
                </a:solidFill>
              </a:defRPr>
            </a:lvl1pPr>
            <a:lvl2pPr indent="-304800" lvl="1" marL="914400">
              <a:spcBef>
                <a:spcPts val="0"/>
              </a:spcBef>
              <a:spcAft>
                <a:spcPts val="0"/>
              </a:spcAft>
              <a:buClr>
                <a:schemeClr val="dk2"/>
              </a:buClr>
              <a:buSzPts val="1200"/>
              <a:buChar char="○"/>
              <a:defRPr>
                <a:solidFill>
                  <a:schemeClr val="lt1"/>
                </a:solidFill>
              </a:defRPr>
            </a:lvl2pPr>
            <a:lvl3pPr indent="-304800" lvl="2" marL="1371600">
              <a:spcBef>
                <a:spcPts val="0"/>
              </a:spcBef>
              <a:spcAft>
                <a:spcPts val="0"/>
              </a:spcAft>
              <a:buClr>
                <a:schemeClr val="dk2"/>
              </a:buClr>
              <a:buSzPts val="1200"/>
              <a:buChar char="■"/>
              <a:defRPr>
                <a:solidFill>
                  <a:schemeClr val="lt1"/>
                </a:solidFill>
              </a:defRPr>
            </a:lvl3pPr>
            <a:lvl4pPr indent="-304800" lvl="3" marL="1828800">
              <a:spcBef>
                <a:spcPts val="0"/>
              </a:spcBef>
              <a:spcAft>
                <a:spcPts val="0"/>
              </a:spcAft>
              <a:buClr>
                <a:schemeClr val="dk2"/>
              </a:buClr>
              <a:buSzPts val="1200"/>
              <a:buChar char="●"/>
              <a:defRPr>
                <a:solidFill>
                  <a:schemeClr val="lt1"/>
                </a:solidFill>
              </a:defRPr>
            </a:lvl4pPr>
            <a:lvl5pPr indent="-304800" lvl="4" marL="2286000">
              <a:spcBef>
                <a:spcPts val="0"/>
              </a:spcBef>
              <a:spcAft>
                <a:spcPts val="0"/>
              </a:spcAft>
              <a:buClr>
                <a:schemeClr val="dk2"/>
              </a:buClr>
              <a:buSzPts val="1200"/>
              <a:buChar char="○"/>
              <a:defRPr>
                <a:solidFill>
                  <a:schemeClr val="lt1"/>
                </a:solidFill>
              </a:defRPr>
            </a:lvl5pPr>
            <a:lvl6pPr indent="-304800" lvl="5" marL="2743200">
              <a:spcBef>
                <a:spcPts val="0"/>
              </a:spcBef>
              <a:spcAft>
                <a:spcPts val="0"/>
              </a:spcAft>
              <a:buClr>
                <a:schemeClr val="dk2"/>
              </a:buClr>
              <a:buSzPts val="1200"/>
              <a:buChar char="■"/>
              <a:defRPr>
                <a:solidFill>
                  <a:schemeClr val="lt1"/>
                </a:solidFill>
              </a:defRPr>
            </a:lvl6pPr>
            <a:lvl7pPr indent="-304800" lvl="6" marL="3200400">
              <a:spcBef>
                <a:spcPts val="0"/>
              </a:spcBef>
              <a:spcAft>
                <a:spcPts val="0"/>
              </a:spcAft>
              <a:buClr>
                <a:schemeClr val="dk2"/>
              </a:buClr>
              <a:buSzPts val="1200"/>
              <a:buChar char="●"/>
              <a:defRPr>
                <a:solidFill>
                  <a:schemeClr val="lt1"/>
                </a:solidFill>
              </a:defRPr>
            </a:lvl7pPr>
            <a:lvl8pPr indent="-304800" lvl="7" marL="3657600">
              <a:spcBef>
                <a:spcPts val="0"/>
              </a:spcBef>
              <a:spcAft>
                <a:spcPts val="0"/>
              </a:spcAft>
              <a:buClr>
                <a:schemeClr val="dk2"/>
              </a:buClr>
              <a:buSzPts val="1200"/>
              <a:buChar char="○"/>
              <a:defRPr>
                <a:solidFill>
                  <a:schemeClr val="lt1"/>
                </a:solidFill>
              </a:defRPr>
            </a:lvl8pPr>
            <a:lvl9pPr indent="-304800" lvl="8" marL="4114800">
              <a:spcBef>
                <a:spcPts val="0"/>
              </a:spcBef>
              <a:spcAft>
                <a:spcPts val="0"/>
              </a:spcAft>
              <a:buClr>
                <a:schemeClr val="dk2"/>
              </a:buClr>
              <a:buSzPts val="1200"/>
              <a:buChar char="■"/>
              <a:defRPr>
                <a:solidFill>
                  <a:schemeClr val="lt1"/>
                </a:solidFill>
              </a:defRPr>
            </a:lvl9pPr>
          </a:lstStyle>
          <a:p/>
        </p:txBody>
      </p:sp>
      <p:pic>
        <p:nvPicPr>
          <p:cNvPr id="34" name="Google Shape;34;p6" title="logo_logomark-9.png"/>
          <p:cNvPicPr preferRelativeResize="0"/>
          <p:nvPr/>
        </p:nvPicPr>
        <p:blipFill>
          <a:blip r:embed="rId2">
            <a:alphaModFix/>
          </a:blip>
          <a:stretch>
            <a:fillRect/>
          </a:stretch>
        </p:blipFill>
        <p:spPr>
          <a:xfrm>
            <a:off x="457199" y="4837175"/>
            <a:ext cx="197509" cy="164592"/>
          </a:xfrm>
          <a:prstGeom prst="rect">
            <a:avLst/>
          </a:prstGeom>
          <a:noFill/>
          <a:ln>
            <a:noFill/>
          </a:ln>
        </p:spPr>
      </p:pic>
      <p:sp>
        <p:nvSpPr>
          <p:cNvPr id="35" name="Google Shape;35;p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6"/>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 Light">
  <p:cSld name="TITLE_AND_TWO_COLUMNS_4">
    <p:bg>
      <p:bgPr>
        <a:solidFill>
          <a:schemeClr val="dk1"/>
        </a:solidFill>
      </p:bgPr>
    </p:bg>
    <p:spTree>
      <p:nvGrpSpPr>
        <p:cNvPr id="58" name="Shape 58"/>
        <p:cNvGrpSpPr/>
        <p:nvPr/>
      </p:nvGrpSpPr>
      <p:grpSpPr>
        <a:xfrm>
          <a:off x="0" y="0"/>
          <a:ext cx="0" cy="0"/>
          <a:chOff x="0" y="0"/>
          <a:chExt cx="0" cy="0"/>
        </a:xfrm>
      </p:grpSpPr>
      <p:sp>
        <p:nvSpPr>
          <p:cNvPr id="59" name="Google Shape;59;p10"/>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60" name="Google Shape;60;p10"/>
          <p:cNvSpPr txBox="1"/>
          <p:nvPr>
            <p:ph idx="1" type="body"/>
          </p:nvPr>
        </p:nvSpPr>
        <p:spPr>
          <a:xfrm>
            <a:off x="457200" y="1152475"/>
            <a:ext cx="4032600" cy="3538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2"/>
              </a:buClr>
              <a:buSzPts val="1200"/>
              <a:buChar char="●"/>
              <a:defRPr>
                <a:solidFill>
                  <a:schemeClr val="lt1"/>
                </a:solidFill>
              </a:defRPr>
            </a:lvl1pPr>
            <a:lvl2pPr indent="-304800" lvl="1" marL="914400">
              <a:spcBef>
                <a:spcPts val="0"/>
              </a:spcBef>
              <a:spcAft>
                <a:spcPts val="0"/>
              </a:spcAft>
              <a:buClr>
                <a:schemeClr val="dk2"/>
              </a:buClr>
              <a:buSzPts val="1200"/>
              <a:buChar char="○"/>
              <a:defRPr>
                <a:solidFill>
                  <a:schemeClr val="lt1"/>
                </a:solidFill>
              </a:defRPr>
            </a:lvl2pPr>
            <a:lvl3pPr indent="-304800" lvl="2" marL="1371600">
              <a:spcBef>
                <a:spcPts val="0"/>
              </a:spcBef>
              <a:spcAft>
                <a:spcPts val="0"/>
              </a:spcAft>
              <a:buClr>
                <a:schemeClr val="dk2"/>
              </a:buClr>
              <a:buSzPts val="1200"/>
              <a:buChar char="■"/>
              <a:defRPr>
                <a:solidFill>
                  <a:schemeClr val="lt1"/>
                </a:solidFill>
              </a:defRPr>
            </a:lvl3pPr>
            <a:lvl4pPr indent="-304800" lvl="3" marL="1828800">
              <a:spcBef>
                <a:spcPts val="0"/>
              </a:spcBef>
              <a:spcAft>
                <a:spcPts val="0"/>
              </a:spcAft>
              <a:buClr>
                <a:schemeClr val="dk2"/>
              </a:buClr>
              <a:buSzPts val="1200"/>
              <a:buChar char="●"/>
              <a:defRPr>
                <a:solidFill>
                  <a:schemeClr val="lt1"/>
                </a:solidFill>
              </a:defRPr>
            </a:lvl4pPr>
            <a:lvl5pPr indent="-304800" lvl="4" marL="2286000">
              <a:spcBef>
                <a:spcPts val="0"/>
              </a:spcBef>
              <a:spcAft>
                <a:spcPts val="0"/>
              </a:spcAft>
              <a:buClr>
                <a:schemeClr val="dk2"/>
              </a:buClr>
              <a:buSzPts val="1200"/>
              <a:buChar char="○"/>
              <a:defRPr>
                <a:solidFill>
                  <a:schemeClr val="lt1"/>
                </a:solidFill>
              </a:defRPr>
            </a:lvl5pPr>
            <a:lvl6pPr indent="-304800" lvl="5" marL="2743200">
              <a:spcBef>
                <a:spcPts val="0"/>
              </a:spcBef>
              <a:spcAft>
                <a:spcPts val="0"/>
              </a:spcAft>
              <a:buClr>
                <a:schemeClr val="dk2"/>
              </a:buClr>
              <a:buSzPts val="1200"/>
              <a:buChar char="■"/>
              <a:defRPr>
                <a:solidFill>
                  <a:schemeClr val="lt1"/>
                </a:solidFill>
              </a:defRPr>
            </a:lvl6pPr>
            <a:lvl7pPr indent="-304800" lvl="6" marL="3200400">
              <a:spcBef>
                <a:spcPts val="0"/>
              </a:spcBef>
              <a:spcAft>
                <a:spcPts val="0"/>
              </a:spcAft>
              <a:buClr>
                <a:schemeClr val="dk2"/>
              </a:buClr>
              <a:buSzPts val="1200"/>
              <a:buChar char="●"/>
              <a:defRPr>
                <a:solidFill>
                  <a:schemeClr val="lt1"/>
                </a:solidFill>
              </a:defRPr>
            </a:lvl7pPr>
            <a:lvl8pPr indent="-304800" lvl="7" marL="3657600">
              <a:spcBef>
                <a:spcPts val="0"/>
              </a:spcBef>
              <a:spcAft>
                <a:spcPts val="0"/>
              </a:spcAft>
              <a:buClr>
                <a:schemeClr val="dk2"/>
              </a:buClr>
              <a:buSzPts val="1200"/>
              <a:buChar char="○"/>
              <a:defRPr>
                <a:solidFill>
                  <a:schemeClr val="lt1"/>
                </a:solidFill>
              </a:defRPr>
            </a:lvl8pPr>
            <a:lvl9pPr indent="-304800" lvl="8" marL="4114800">
              <a:spcBef>
                <a:spcPts val="0"/>
              </a:spcBef>
              <a:spcAft>
                <a:spcPts val="0"/>
              </a:spcAft>
              <a:buClr>
                <a:schemeClr val="dk2"/>
              </a:buClr>
              <a:buSzPts val="1200"/>
              <a:buChar char="■"/>
              <a:defRPr>
                <a:solidFill>
                  <a:schemeClr val="lt1"/>
                </a:solidFill>
              </a:defRPr>
            </a:lvl9pPr>
          </a:lstStyle>
          <a:p/>
        </p:txBody>
      </p:sp>
      <p:sp>
        <p:nvSpPr>
          <p:cNvPr id="61" name="Google Shape;61;p10"/>
          <p:cNvSpPr txBox="1"/>
          <p:nvPr>
            <p:ph idx="2" type="body"/>
          </p:nvPr>
        </p:nvSpPr>
        <p:spPr>
          <a:xfrm>
            <a:off x="4654300" y="1152475"/>
            <a:ext cx="4032600" cy="3538500"/>
          </a:xfrm>
          <a:prstGeom prst="rect">
            <a:avLst/>
          </a:prstGeom>
        </p:spPr>
        <p:txBody>
          <a:bodyPr anchorCtr="0" anchor="t" bIns="0" lIns="0" spcFirstLastPara="1" rIns="0" wrap="square" tIns="0">
            <a:spAutoFit/>
          </a:bodyPr>
          <a:lstStyle>
            <a:lvl1pPr indent="-304800" lvl="0" marL="457200" rtl="0">
              <a:spcBef>
                <a:spcPts val="0"/>
              </a:spcBef>
              <a:spcAft>
                <a:spcPts val="0"/>
              </a:spcAft>
              <a:buClr>
                <a:schemeClr val="dk2"/>
              </a:buClr>
              <a:buSzPts val="1200"/>
              <a:buChar char="●"/>
              <a:defRPr>
                <a:solidFill>
                  <a:schemeClr val="lt1"/>
                </a:solidFill>
              </a:defRPr>
            </a:lvl1pPr>
            <a:lvl2pPr indent="-304800" lvl="1" marL="914400" rtl="0">
              <a:spcBef>
                <a:spcPts val="0"/>
              </a:spcBef>
              <a:spcAft>
                <a:spcPts val="0"/>
              </a:spcAft>
              <a:buClr>
                <a:schemeClr val="dk2"/>
              </a:buClr>
              <a:buSzPts val="1200"/>
              <a:buChar char="○"/>
              <a:defRPr>
                <a:solidFill>
                  <a:schemeClr val="lt1"/>
                </a:solidFill>
              </a:defRPr>
            </a:lvl2pPr>
            <a:lvl3pPr indent="-304800" lvl="2" marL="1371600" rtl="0">
              <a:spcBef>
                <a:spcPts val="0"/>
              </a:spcBef>
              <a:spcAft>
                <a:spcPts val="0"/>
              </a:spcAft>
              <a:buClr>
                <a:schemeClr val="dk2"/>
              </a:buClr>
              <a:buSzPts val="1200"/>
              <a:buChar char="■"/>
              <a:defRPr>
                <a:solidFill>
                  <a:schemeClr val="lt1"/>
                </a:solidFill>
              </a:defRPr>
            </a:lvl3pPr>
            <a:lvl4pPr indent="-304800" lvl="3" marL="1828800" rtl="0">
              <a:spcBef>
                <a:spcPts val="0"/>
              </a:spcBef>
              <a:spcAft>
                <a:spcPts val="0"/>
              </a:spcAft>
              <a:buClr>
                <a:schemeClr val="dk2"/>
              </a:buClr>
              <a:buSzPts val="1200"/>
              <a:buChar char="●"/>
              <a:defRPr>
                <a:solidFill>
                  <a:schemeClr val="lt1"/>
                </a:solidFill>
              </a:defRPr>
            </a:lvl4pPr>
            <a:lvl5pPr indent="-304800" lvl="4" marL="2286000" rtl="0">
              <a:spcBef>
                <a:spcPts val="0"/>
              </a:spcBef>
              <a:spcAft>
                <a:spcPts val="0"/>
              </a:spcAft>
              <a:buClr>
                <a:schemeClr val="dk2"/>
              </a:buClr>
              <a:buSzPts val="1200"/>
              <a:buChar char="○"/>
              <a:defRPr>
                <a:solidFill>
                  <a:schemeClr val="lt1"/>
                </a:solidFill>
              </a:defRPr>
            </a:lvl5pPr>
            <a:lvl6pPr indent="-304800" lvl="5" marL="2743200" rtl="0">
              <a:spcBef>
                <a:spcPts val="0"/>
              </a:spcBef>
              <a:spcAft>
                <a:spcPts val="0"/>
              </a:spcAft>
              <a:buClr>
                <a:schemeClr val="dk2"/>
              </a:buClr>
              <a:buSzPts val="1200"/>
              <a:buChar char="■"/>
              <a:defRPr>
                <a:solidFill>
                  <a:schemeClr val="lt1"/>
                </a:solidFill>
              </a:defRPr>
            </a:lvl6pPr>
            <a:lvl7pPr indent="-304800" lvl="6" marL="3200400" rtl="0">
              <a:spcBef>
                <a:spcPts val="0"/>
              </a:spcBef>
              <a:spcAft>
                <a:spcPts val="0"/>
              </a:spcAft>
              <a:buClr>
                <a:schemeClr val="dk2"/>
              </a:buClr>
              <a:buSzPts val="1200"/>
              <a:buChar char="●"/>
              <a:defRPr>
                <a:solidFill>
                  <a:schemeClr val="lt1"/>
                </a:solidFill>
              </a:defRPr>
            </a:lvl7pPr>
            <a:lvl8pPr indent="-304800" lvl="7" marL="3657600" rtl="0">
              <a:spcBef>
                <a:spcPts val="0"/>
              </a:spcBef>
              <a:spcAft>
                <a:spcPts val="0"/>
              </a:spcAft>
              <a:buClr>
                <a:schemeClr val="dk2"/>
              </a:buClr>
              <a:buSzPts val="1200"/>
              <a:buChar char="○"/>
              <a:defRPr>
                <a:solidFill>
                  <a:schemeClr val="lt1"/>
                </a:solidFill>
              </a:defRPr>
            </a:lvl8pPr>
            <a:lvl9pPr indent="-304800" lvl="8" marL="4114800" rtl="0">
              <a:spcBef>
                <a:spcPts val="0"/>
              </a:spcBef>
              <a:spcAft>
                <a:spcPts val="0"/>
              </a:spcAft>
              <a:buClr>
                <a:schemeClr val="dk2"/>
              </a:buClr>
              <a:buSzPts val="1200"/>
              <a:buChar char="■"/>
              <a:defRPr>
                <a:solidFill>
                  <a:schemeClr val="lt1"/>
                </a:solidFill>
              </a:defRPr>
            </a:lvl9pPr>
          </a:lstStyle>
          <a:p/>
        </p:txBody>
      </p:sp>
      <p:pic>
        <p:nvPicPr>
          <p:cNvPr id="62" name="Google Shape;62;p10" title="logo_logomark-9.png"/>
          <p:cNvPicPr preferRelativeResize="0"/>
          <p:nvPr/>
        </p:nvPicPr>
        <p:blipFill>
          <a:blip r:embed="rId2">
            <a:alphaModFix/>
          </a:blip>
          <a:stretch>
            <a:fillRect/>
          </a:stretch>
        </p:blipFill>
        <p:spPr>
          <a:xfrm>
            <a:off x="457199" y="4837175"/>
            <a:ext cx="197509" cy="164592"/>
          </a:xfrm>
          <a:prstGeom prst="rect">
            <a:avLst/>
          </a:prstGeom>
          <a:noFill/>
          <a:ln>
            <a:noFill/>
          </a:ln>
        </p:spPr>
      </p:pic>
      <p:sp>
        <p:nvSpPr>
          <p:cNvPr id="63" name="Google Shape;63;p1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0"/>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icons - Light">
  <p:cSld name="TITLE_AND_TWO_COLUMNS_3_1">
    <p:bg>
      <p:bgPr>
        <a:solidFill>
          <a:schemeClr val="dk1"/>
        </a:solidFill>
      </p:bgPr>
    </p:bg>
    <p:spTree>
      <p:nvGrpSpPr>
        <p:cNvPr id="72" name="Shape 72"/>
        <p:cNvGrpSpPr/>
        <p:nvPr/>
      </p:nvGrpSpPr>
      <p:grpSpPr>
        <a:xfrm>
          <a:off x="0" y="0"/>
          <a:ext cx="0" cy="0"/>
          <a:chOff x="0" y="0"/>
          <a:chExt cx="0" cy="0"/>
        </a:xfrm>
      </p:grpSpPr>
      <p:sp>
        <p:nvSpPr>
          <p:cNvPr id="73" name="Google Shape;73;p12"/>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74" name="Google Shape;74;p12"/>
          <p:cNvSpPr txBox="1"/>
          <p:nvPr>
            <p:ph idx="1" type="body"/>
          </p:nvPr>
        </p:nvSpPr>
        <p:spPr>
          <a:xfrm>
            <a:off x="841250" y="1243575"/>
            <a:ext cx="3648600" cy="34473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2"/>
              </a:buClr>
              <a:buSzPts val="1200"/>
              <a:buChar char="●"/>
              <a:defRPr>
                <a:solidFill>
                  <a:schemeClr val="lt1"/>
                </a:solidFill>
              </a:defRPr>
            </a:lvl1pPr>
            <a:lvl2pPr indent="-304800" lvl="1" marL="914400">
              <a:spcBef>
                <a:spcPts val="0"/>
              </a:spcBef>
              <a:spcAft>
                <a:spcPts val="0"/>
              </a:spcAft>
              <a:buClr>
                <a:schemeClr val="dk2"/>
              </a:buClr>
              <a:buSzPts val="1200"/>
              <a:buChar char="○"/>
              <a:defRPr>
                <a:solidFill>
                  <a:schemeClr val="lt1"/>
                </a:solidFill>
              </a:defRPr>
            </a:lvl2pPr>
            <a:lvl3pPr indent="-304800" lvl="2" marL="1371600">
              <a:spcBef>
                <a:spcPts val="0"/>
              </a:spcBef>
              <a:spcAft>
                <a:spcPts val="0"/>
              </a:spcAft>
              <a:buClr>
                <a:schemeClr val="dk2"/>
              </a:buClr>
              <a:buSzPts val="1200"/>
              <a:buChar char="■"/>
              <a:defRPr>
                <a:solidFill>
                  <a:schemeClr val="lt1"/>
                </a:solidFill>
              </a:defRPr>
            </a:lvl3pPr>
            <a:lvl4pPr indent="-304800" lvl="3" marL="1828800">
              <a:spcBef>
                <a:spcPts val="0"/>
              </a:spcBef>
              <a:spcAft>
                <a:spcPts val="0"/>
              </a:spcAft>
              <a:buClr>
                <a:schemeClr val="dk2"/>
              </a:buClr>
              <a:buSzPts val="1200"/>
              <a:buChar char="●"/>
              <a:defRPr>
                <a:solidFill>
                  <a:schemeClr val="lt1"/>
                </a:solidFill>
              </a:defRPr>
            </a:lvl4pPr>
            <a:lvl5pPr indent="-304800" lvl="4" marL="2286000">
              <a:spcBef>
                <a:spcPts val="0"/>
              </a:spcBef>
              <a:spcAft>
                <a:spcPts val="0"/>
              </a:spcAft>
              <a:buClr>
                <a:schemeClr val="dk2"/>
              </a:buClr>
              <a:buSzPts val="1200"/>
              <a:buChar char="○"/>
              <a:defRPr>
                <a:solidFill>
                  <a:schemeClr val="lt1"/>
                </a:solidFill>
              </a:defRPr>
            </a:lvl5pPr>
            <a:lvl6pPr indent="-304800" lvl="5" marL="2743200">
              <a:spcBef>
                <a:spcPts val="0"/>
              </a:spcBef>
              <a:spcAft>
                <a:spcPts val="0"/>
              </a:spcAft>
              <a:buClr>
                <a:schemeClr val="dk2"/>
              </a:buClr>
              <a:buSzPts val="1200"/>
              <a:buChar char="■"/>
              <a:defRPr>
                <a:solidFill>
                  <a:schemeClr val="lt1"/>
                </a:solidFill>
              </a:defRPr>
            </a:lvl6pPr>
            <a:lvl7pPr indent="-304800" lvl="6" marL="3200400">
              <a:spcBef>
                <a:spcPts val="0"/>
              </a:spcBef>
              <a:spcAft>
                <a:spcPts val="0"/>
              </a:spcAft>
              <a:buClr>
                <a:schemeClr val="dk2"/>
              </a:buClr>
              <a:buSzPts val="1200"/>
              <a:buChar char="●"/>
              <a:defRPr>
                <a:solidFill>
                  <a:schemeClr val="lt1"/>
                </a:solidFill>
              </a:defRPr>
            </a:lvl7pPr>
            <a:lvl8pPr indent="-304800" lvl="7" marL="3657600">
              <a:spcBef>
                <a:spcPts val="0"/>
              </a:spcBef>
              <a:spcAft>
                <a:spcPts val="0"/>
              </a:spcAft>
              <a:buClr>
                <a:schemeClr val="dk2"/>
              </a:buClr>
              <a:buSzPts val="1200"/>
              <a:buChar char="○"/>
              <a:defRPr>
                <a:solidFill>
                  <a:schemeClr val="lt1"/>
                </a:solidFill>
              </a:defRPr>
            </a:lvl8pPr>
            <a:lvl9pPr indent="-304800" lvl="8" marL="4114800">
              <a:spcBef>
                <a:spcPts val="0"/>
              </a:spcBef>
              <a:spcAft>
                <a:spcPts val="0"/>
              </a:spcAft>
              <a:buClr>
                <a:schemeClr val="dk2"/>
              </a:buClr>
              <a:buSzPts val="1200"/>
              <a:buChar char="■"/>
              <a:defRPr>
                <a:solidFill>
                  <a:schemeClr val="lt1"/>
                </a:solidFill>
              </a:defRPr>
            </a:lvl9pPr>
          </a:lstStyle>
          <a:p/>
        </p:txBody>
      </p:sp>
      <p:pic>
        <p:nvPicPr>
          <p:cNvPr id="75" name="Google Shape;75;p12" title="logo_logomark-9.png"/>
          <p:cNvPicPr preferRelativeResize="0"/>
          <p:nvPr/>
        </p:nvPicPr>
        <p:blipFill>
          <a:blip r:embed="rId2">
            <a:alphaModFix/>
          </a:blip>
          <a:stretch>
            <a:fillRect/>
          </a:stretch>
        </p:blipFill>
        <p:spPr>
          <a:xfrm>
            <a:off x="457199" y="4837175"/>
            <a:ext cx="197509" cy="164592"/>
          </a:xfrm>
          <a:prstGeom prst="rect">
            <a:avLst/>
          </a:prstGeom>
          <a:noFill/>
          <a:ln>
            <a:noFill/>
          </a:ln>
        </p:spPr>
      </p:pic>
      <p:sp>
        <p:nvSpPr>
          <p:cNvPr id="76" name="Google Shape;76;p12"/>
          <p:cNvSpPr txBox="1"/>
          <p:nvPr>
            <p:ph idx="2" type="body"/>
          </p:nvPr>
        </p:nvSpPr>
        <p:spPr>
          <a:xfrm>
            <a:off x="5038100" y="1243575"/>
            <a:ext cx="3648600" cy="3447300"/>
          </a:xfrm>
          <a:prstGeom prst="rect">
            <a:avLst/>
          </a:prstGeom>
        </p:spPr>
        <p:txBody>
          <a:bodyPr anchorCtr="0" anchor="t" bIns="0" lIns="0" spcFirstLastPara="1" rIns="0" wrap="square" tIns="0">
            <a:spAutoFit/>
          </a:bodyPr>
          <a:lstStyle>
            <a:lvl1pPr indent="-304800" lvl="0" marL="457200" rtl="0">
              <a:spcBef>
                <a:spcPts val="0"/>
              </a:spcBef>
              <a:spcAft>
                <a:spcPts val="0"/>
              </a:spcAft>
              <a:buClr>
                <a:schemeClr val="dk2"/>
              </a:buClr>
              <a:buSzPts val="1200"/>
              <a:buChar char="●"/>
              <a:defRPr>
                <a:solidFill>
                  <a:schemeClr val="lt1"/>
                </a:solidFill>
              </a:defRPr>
            </a:lvl1pPr>
            <a:lvl2pPr indent="-304800" lvl="1" marL="914400" rtl="0">
              <a:spcBef>
                <a:spcPts val="0"/>
              </a:spcBef>
              <a:spcAft>
                <a:spcPts val="0"/>
              </a:spcAft>
              <a:buClr>
                <a:schemeClr val="dk2"/>
              </a:buClr>
              <a:buSzPts val="1200"/>
              <a:buChar char="○"/>
              <a:defRPr>
                <a:solidFill>
                  <a:schemeClr val="lt1"/>
                </a:solidFill>
              </a:defRPr>
            </a:lvl2pPr>
            <a:lvl3pPr indent="-304800" lvl="2" marL="1371600" rtl="0">
              <a:spcBef>
                <a:spcPts val="0"/>
              </a:spcBef>
              <a:spcAft>
                <a:spcPts val="0"/>
              </a:spcAft>
              <a:buClr>
                <a:schemeClr val="dk2"/>
              </a:buClr>
              <a:buSzPts val="1200"/>
              <a:buChar char="■"/>
              <a:defRPr>
                <a:solidFill>
                  <a:schemeClr val="lt1"/>
                </a:solidFill>
              </a:defRPr>
            </a:lvl3pPr>
            <a:lvl4pPr indent="-304800" lvl="3" marL="1828800" rtl="0">
              <a:spcBef>
                <a:spcPts val="0"/>
              </a:spcBef>
              <a:spcAft>
                <a:spcPts val="0"/>
              </a:spcAft>
              <a:buClr>
                <a:schemeClr val="dk2"/>
              </a:buClr>
              <a:buSzPts val="1200"/>
              <a:buChar char="●"/>
              <a:defRPr>
                <a:solidFill>
                  <a:schemeClr val="lt1"/>
                </a:solidFill>
              </a:defRPr>
            </a:lvl4pPr>
            <a:lvl5pPr indent="-304800" lvl="4" marL="2286000" rtl="0">
              <a:spcBef>
                <a:spcPts val="0"/>
              </a:spcBef>
              <a:spcAft>
                <a:spcPts val="0"/>
              </a:spcAft>
              <a:buClr>
                <a:schemeClr val="dk2"/>
              </a:buClr>
              <a:buSzPts val="1200"/>
              <a:buChar char="○"/>
              <a:defRPr>
                <a:solidFill>
                  <a:schemeClr val="lt1"/>
                </a:solidFill>
              </a:defRPr>
            </a:lvl5pPr>
            <a:lvl6pPr indent="-304800" lvl="5" marL="2743200" rtl="0">
              <a:spcBef>
                <a:spcPts val="0"/>
              </a:spcBef>
              <a:spcAft>
                <a:spcPts val="0"/>
              </a:spcAft>
              <a:buClr>
                <a:schemeClr val="dk2"/>
              </a:buClr>
              <a:buSzPts val="1200"/>
              <a:buChar char="■"/>
              <a:defRPr>
                <a:solidFill>
                  <a:schemeClr val="lt1"/>
                </a:solidFill>
              </a:defRPr>
            </a:lvl6pPr>
            <a:lvl7pPr indent="-304800" lvl="6" marL="3200400" rtl="0">
              <a:spcBef>
                <a:spcPts val="0"/>
              </a:spcBef>
              <a:spcAft>
                <a:spcPts val="0"/>
              </a:spcAft>
              <a:buClr>
                <a:schemeClr val="dk2"/>
              </a:buClr>
              <a:buSzPts val="1200"/>
              <a:buChar char="●"/>
              <a:defRPr>
                <a:solidFill>
                  <a:schemeClr val="lt1"/>
                </a:solidFill>
              </a:defRPr>
            </a:lvl7pPr>
            <a:lvl8pPr indent="-304800" lvl="7" marL="3657600" rtl="0">
              <a:spcBef>
                <a:spcPts val="0"/>
              </a:spcBef>
              <a:spcAft>
                <a:spcPts val="0"/>
              </a:spcAft>
              <a:buClr>
                <a:schemeClr val="dk2"/>
              </a:buClr>
              <a:buSzPts val="1200"/>
              <a:buChar char="○"/>
              <a:defRPr>
                <a:solidFill>
                  <a:schemeClr val="lt1"/>
                </a:solidFill>
              </a:defRPr>
            </a:lvl8pPr>
            <a:lvl9pPr indent="-304800" lvl="8" marL="4114800" rtl="0">
              <a:spcBef>
                <a:spcPts val="0"/>
              </a:spcBef>
              <a:spcAft>
                <a:spcPts val="0"/>
              </a:spcAft>
              <a:buClr>
                <a:schemeClr val="dk2"/>
              </a:buClr>
              <a:buSzPts val="1200"/>
              <a:buChar char="■"/>
              <a:defRPr>
                <a:solidFill>
                  <a:schemeClr val="lt1"/>
                </a:solidFill>
              </a:defRPr>
            </a:lvl9pPr>
          </a:lstStyle>
          <a:p/>
        </p:txBody>
      </p:sp>
      <p:sp>
        <p:nvSpPr>
          <p:cNvPr id="77" name="Google Shape;77;p12"/>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2"/>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 Light">
  <p:cSld name="TITLE_AND_TWO_COLUMNS_1_3">
    <p:bg>
      <p:bgPr>
        <a:solidFill>
          <a:schemeClr val="dk1"/>
        </a:solidFill>
      </p:bgPr>
    </p:bg>
    <p:spTree>
      <p:nvGrpSpPr>
        <p:cNvPr id="123" name="Shape 123"/>
        <p:cNvGrpSpPr/>
        <p:nvPr/>
      </p:nvGrpSpPr>
      <p:grpSpPr>
        <a:xfrm>
          <a:off x="0" y="0"/>
          <a:ext cx="0" cy="0"/>
          <a:chOff x="0" y="0"/>
          <a:chExt cx="0" cy="0"/>
        </a:xfrm>
      </p:grpSpPr>
      <p:sp>
        <p:nvSpPr>
          <p:cNvPr id="124" name="Google Shape;124;p18"/>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25" name="Google Shape;125;p18"/>
          <p:cNvSpPr txBox="1"/>
          <p:nvPr>
            <p:ph idx="1" type="body"/>
          </p:nvPr>
        </p:nvSpPr>
        <p:spPr>
          <a:xfrm>
            <a:off x="457200" y="1152475"/>
            <a:ext cx="2633400" cy="3538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2"/>
              </a:buClr>
              <a:buSzPts val="1200"/>
              <a:buChar char="●"/>
              <a:defRPr>
                <a:solidFill>
                  <a:schemeClr val="lt1"/>
                </a:solidFill>
              </a:defRPr>
            </a:lvl1pPr>
            <a:lvl2pPr indent="-304800" lvl="1" marL="914400">
              <a:spcBef>
                <a:spcPts val="0"/>
              </a:spcBef>
              <a:spcAft>
                <a:spcPts val="0"/>
              </a:spcAft>
              <a:buClr>
                <a:schemeClr val="dk2"/>
              </a:buClr>
              <a:buSzPts val="1200"/>
              <a:buChar char="○"/>
              <a:defRPr>
                <a:solidFill>
                  <a:schemeClr val="lt1"/>
                </a:solidFill>
              </a:defRPr>
            </a:lvl2pPr>
            <a:lvl3pPr indent="-304800" lvl="2" marL="1371600">
              <a:spcBef>
                <a:spcPts val="0"/>
              </a:spcBef>
              <a:spcAft>
                <a:spcPts val="0"/>
              </a:spcAft>
              <a:buClr>
                <a:schemeClr val="dk2"/>
              </a:buClr>
              <a:buSzPts val="1200"/>
              <a:buChar char="■"/>
              <a:defRPr>
                <a:solidFill>
                  <a:schemeClr val="lt1"/>
                </a:solidFill>
              </a:defRPr>
            </a:lvl3pPr>
            <a:lvl4pPr indent="-304800" lvl="3" marL="1828800">
              <a:spcBef>
                <a:spcPts val="0"/>
              </a:spcBef>
              <a:spcAft>
                <a:spcPts val="0"/>
              </a:spcAft>
              <a:buClr>
                <a:schemeClr val="dk2"/>
              </a:buClr>
              <a:buSzPts val="1200"/>
              <a:buChar char="●"/>
              <a:defRPr>
                <a:solidFill>
                  <a:schemeClr val="lt1"/>
                </a:solidFill>
              </a:defRPr>
            </a:lvl4pPr>
            <a:lvl5pPr indent="-304800" lvl="4" marL="2286000">
              <a:spcBef>
                <a:spcPts val="0"/>
              </a:spcBef>
              <a:spcAft>
                <a:spcPts val="0"/>
              </a:spcAft>
              <a:buClr>
                <a:schemeClr val="dk2"/>
              </a:buClr>
              <a:buSzPts val="1200"/>
              <a:buChar char="○"/>
              <a:defRPr>
                <a:solidFill>
                  <a:schemeClr val="lt1"/>
                </a:solidFill>
              </a:defRPr>
            </a:lvl5pPr>
            <a:lvl6pPr indent="-304800" lvl="5" marL="2743200">
              <a:spcBef>
                <a:spcPts val="0"/>
              </a:spcBef>
              <a:spcAft>
                <a:spcPts val="0"/>
              </a:spcAft>
              <a:buClr>
                <a:schemeClr val="dk2"/>
              </a:buClr>
              <a:buSzPts val="1200"/>
              <a:buChar char="■"/>
              <a:defRPr>
                <a:solidFill>
                  <a:schemeClr val="lt1"/>
                </a:solidFill>
              </a:defRPr>
            </a:lvl6pPr>
            <a:lvl7pPr indent="-304800" lvl="6" marL="3200400">
              <a:spcBef>
                <a:spcPts val="0"/>
              </a:spcBef>
              <a:spcAft>
                <a:spcPts val="0"/>
              </a:spcAft>
              <a:buClr>
                <a:schemeClr val="dk2"/>
              </a:buClr>
              <a:buSzPts val="1200"/>
              <a:buChar char="●"/>
              <a:defRPr>
                <a:solidFill>
                  <a:schemeClr val="lt1"/>
                </a:solidFill>
              </a:defRPr>
            </a:lvl7pPr>
            <a:lvl8pPr indent="-304800" lvl="7" marL="3657600">
              <a:spcBef>
                <a:spcPts val="0"/>
              </a:spcBef>
              <a:spcAft>
                <a:spcPts val="0"/>
              </a:spcAft>
              <a:buClr>
                <a:schemeClr val="dk2"/>
              </a:buClr>
              <a:buSzPts val="1200"/>
              <a:buChar char="○"/>
              <a:defRPr>
                <a:solidFill>
                  <a:schemeClr val="lt1"/>
                </a:solidFill>
              </a:defRPr>
            </a:lvl8pPr>
            <a:lvl9pPr indent="-304800" lvl="8" marL="4114800">
              <a:spcBef>
                <a:spcPts val="0"/>
              </a:spcBef>
              <a:spcAft>
                <a:spcPts val="0"/>
              </a:spcAft>
              <a:buClr>
                <a:schemeClr val="dk2"/>
              </a:buClr>
              <a:buSzPts val="1200"/>
              <a:buChar char="■"/>
              <a:defRPr>
                <a:solidFill>
                  <a:schemeClr val="lt1"/>
                </a:solidFill>
              </a:defRPr>
            </a:lvl9pPr>
          </a:lstStyle>
          <a:p/>
        </p:txBody>
      </p:sp>
      <p:sp>
        <p:nvSpPr>
          <p:cNvPr id="126" name="Google Shape;126;p18"/>
          <p:cNvSpPr txBox="1"/>
          <p:nvPr>
            <p:ph idx="2" type="body"/>
          </p:nvPr>
        </p:nvSpPr>
        <p:spPr>
          <a:xfrm>
            <a:off x="3255300" y="1152475"/>
            <a:ext cx="2633400" cy="3538500"/>
          </a:xfrm>
          <a:prstGeom prst="rect">
            <a:avLst/>
          </a:prstGeom>
        </p:spPr>
        <p:txBody>
          <a:bodyPr anchorCtr="0" anchor="t" bIns="0" lIns="0" spcFirstLastPara="1" rIns="0" wrap="square" tIns="0">
            <a:spAutoFit/>
          </a:bodyPr>
          <a:lstStyle>
            <a:lvl1pPr indent="-304800" lvl="0" marL="457200" rtl="0">
              <a:spcBef>
                <a:spcPts val="0"/>
              </a:spcBef>
              <a:spcAft>
                <a:spcPts val="0"/>
              </a:spcAft>
              <a:buClr>
                <a:schemeClr val="dk2"/>
              </a:buClr>
              <a:buSzPts val="1200"/>
              <a:buChar char="●"/>
              <a:defRPr>
                <a:solidFill>
                  <a:schemeClr val="lt1"/>
                </a:solidFill>
              </a:defRPr>
            </a:lvl1pPr>
            <a:lvl2pPr indent="-304800" lvl="1" marL="914400" rtl="0">
              <a:spcBef>
                <a:spcPts val="0"/>
              </a:spcBef>
              <a:spcAft>
                <a:spcPts val="0"/>
              </a:spcAft>
              <a:buClr>
                <a:schemeClr val="dk2"/>
              </a:buClr>
              <a:buSzPts val="1200"/>
              <a:buChar char="○"/>
              <a:defRPr>
                <a:solidFill>
                  <a:schemeClr val="lt1"/>
                </a:solidFill>
              </a:defRPr>
            </a:lvl2pPr>
            <a:lvl3pPr indent="-304800" lvl="2" marL="1371600" rtl="0">
              <a:spcBef>
                <a:spcPts val="0"/>
              </a:spcBef>
              <a:spcAft>
                <a:spcPts val="0"/>
              </a:spcAft>
              <a:buClr>
                <a:schemeClr val="dk2"/>
              </a:buClr>
              <a:buSzPts val="1200"/>
              <a:buChar char="■"/>
              <a:defRPr>
                <a:solidFill>
                  <a:schemeClr val="lt1"/>
                </a:solidFill>
              </a:defRPr>
            </a:lvl3pPr>
            <a:lvl4pPr indent="-304800" lvl="3" marL="1828800" rtl="0">
              <a:spcBef>
                <a:spcPts val="0"/>
              </a:spcBef>
              <a:spcAft>
                <a:spcPts val="0"/>
              </a:spcAft>
              <a:buClr>
                <a:schemeClr val="dk2"/>
              </a:buClr>
              <a:buSzPts val="1200"/>
              <a:buChar char="●"/>
              <a:defRPr>
                <a:solidFill>
                  <a:schemeClr val="lt1"/>
                </a:solidFill>
              </a:defRPr>
            </a:lvl4pPr>
            <a:lvl5pPr indent="-304800" lvl="4" marL="2286000" rtl="0">
              <a:spcBef>
                <a:spcPts val="0"/>
              </a:spcBef>
              <a:spcAft>
                <a:spcPts val="0"/>
              </a:spcAft>
              <a:buClr>
                <a:schemeClr val="dk2"/>
              </a:buClr>
              <a:buSzPts val="1200"/>
              <a:buChar char="○"/>
              <a:defRPr>
                <a:solidFill>
                  <a:schemeClr val="lt1"/>
                </a:solidFill>
              </a:defRPr>
            </a:lvl5pPr>
            <a:lvl6pPr indent="-304800" lvl="5" marL="2743200" rtl="0">
              <a:spcBef>
                <a:spcPts val="0"/>
              </a:spcBef>
              <a:spcAft>
                <a:spcPts val="0"/>
              </a:spcAft>
              <a:buClr>
                <a:schemeClr val="dk2"/>
              </a:buClr>
              <a:buSzPts val="1200"/>
              <a:buChar char="■"/>
              <a:defRPr>
                <a:solidFill>
                  <a:schemeClr val="lt1"/>
                </a:solidFill>
              </a:defRPr>
            </a:lvl6pPr>
            <a:lvl7pPr indent="-304800" lvl="6" marL="3200400" rtl="0">
              <a:spcBef>
                <a:spcPts val="0"/>
              </a:spcBef>
              <a:spcAft>
                <a:spcPts val="0"/>
              </a:spcAft>
              <a:buClr>
                <a:schemeClr val="dk2"/>
              </a:buClr>
              <a:buSzPts val="1200"/>
              <a:buChar char="●"/>
              <a:defRPr>
                <a:solidFill>
                  <a:schemeClr val="lt1"/>
                </a:solidFill>
              </a:defRPr>
            </a:lvl7pPr>
            <a:lvl8pPr indent="-304800" lvl="7" marL="3657600" rtl="0">
              <a:spcBef>
                <a:spcPts val="0"/>
              </a:spcBef>
              <a:spcAft>
                <a:spcPts val="0"/>
              </a:spcAft>
              <a:buClr>
                <a:schemeClr val="dk2"/>
              </a:buClr>
              <a:buSzPts val="1200"/>
              <a:buChar char="○"/>
              <a:defRPr>
                <a:solidFill>
                  <a:schemeClr val="lt1"/>
                </a:solidFill>
              </a:defRPr>
            </a:lvl8pPr>
            <a:lvl9pPr indent="-304800" lvl="8" marL="4114800" rtl="0">
              <a:spcBef>
                <a:spcPts val="0"/>
              </a:spcBef>
              <a:spcAft>
                <a:spcPts val="0"/>
              </a:spcAft>
              <a:buClr>
                <a:schemeClr val="dk2"/>
              </a:buClr>
              <a:buSzPts val="1200"/>
              <a:buChar char="■"/>
              <a:defRPr>
                <a:solidFill>
                  <a:schemeClr val="lt1"/>
                </a:solidFill>
              </a:defRPr>
            </a:lvl9pPr>
          </a:lstStyle>
          <a:p/>
        </p:txBody>
      </p:sp>
      <p:sp>
        <p:nvSpPr>
          <p:cNvPr id="127" name="Google Shape;127;p18"/>
          <p:cNvSpPr txBox="1"/>
          <p:nvPr>
            <p:ph idx="3" type="body"/>
          </p:nvPr>
        </p:nvSpPr>
        <p:spPr>
          <a:xfrm>
            <a:off x="6053400" y="1152475"/>
            <a:ext cx="2633400" cy="3538500"/>
          </a:xfrm>
          <a:prstGeom prst="rect">
            <a:avLst/>
          </a:prstGeom>
        </p:spPr>
        <p:txBody>
          <a:bodyPr anchorCtr="0" anchor="t" bIns="0" lIns="0" spcFirstLastPara="1" rIns="0" wrap="square" tIns="0">
            <a:spAutoFit/>
          </a:bodyPr>
          <a:lstStyle>
            <a:lvl1pPr indent="-304800" lvl="0" marL="457200" rtl="0">
              <a:spcBef>
                <a:spcPts val="0"/>
              </a:spcBef>
              <a:spcAft>
                <a:spcPts val="0"/>
              </a:spcAft>
              <a:buClr>
                <a:schemeClr val="dk2"/>
              </a:buClr>
              <a:buSzPts val="1200"/>
              <a:buChar char="●"/>
              <a:defRPr>
                <a:solidFill>
                  <a:schemeClr val="lt1"/>
                </a:solidFill>
              </a:defRPr>
            </a:lvl1pPr>
            <a:lvl2pPr indent="-304800" lvl="1" marL="914400" rtl="0">
              <a:spcBef>
                <a:spcPts val="0"/>
              </a:spcBef>
              <a:spcAft>
                <a:spcPts val="0"/>
              </a:spcAft>
              <a:buClr>
                <a:schemeClr val="dk2"/>
              </a:buClr>
              <a:buSzPts val="1200"/>
              <a:buChar char="○"/>
              <a:defRPr>
                <a:solidFill>
                  <a:schemeClr val="lt1"/>
                </a:solidFill>
              </a:defRPr>
            </a:lvl2pPr>
            <a:lvl3pPr indent="-304800" lvl="2" marL="1371600" rtl="0">
              <a:spcBef>
                <a:spcPts val="0"/>
              </a:spcBef>
              <a:spcAft>
                <a:spcPts val="0"/>
              </a:spcAft>
              <a:buClr>
                <a:schemeClr val="dk2"/>
              </a:buClr>
              <a:buSzPts val="1200"/>
              <a:buChar char="■"/>
              <a:defRPr>
                <a:solidFill>
                  <a:schemeClr val="lt1"/>
                </a:solidFill>
              </a:defRPr>
            </a:lvl3pPr>
            <a:lvl4pPr indent="-304800" lvl="3" marL="1828800" rtl="0">
              <a:spcBef>
                <a:spcPts val="0"/>
              </a:spcBef>
              <a:spcAft>
                <a:spcPts val="0"/>
              </a:spcAft>
              <a:buClr>
                <a:schemeClr val="dk2"/>
              </a:buClr>
              <a:buSzPts val="1200"/>
              <a:buChar char="●"/>
              <a:defRPr>
                <a:solidFill>
                  <a:schemeClr val="lt1"/>
                </a:solidFill>
              </a:defRPr>
            </a:lvl4pPr>
            <a:lvl5pPr indent="-304800" lvl="4" marL="2286000" rtl="0">
              <a:spcBef>
                <a:spcPts val="0"/>
              </a:spcBef>
              <a:spcAft>
                <a:spcPts val="0"/>
              </a:spcAft>
              <a:buClr>
                <a:schemeClr val="dk2"/>
              </a:buClr>
              <a:buSzPts val="1200"/>
              <a:buChar char="○"/>
              <a:defRPr>
                <a:solidFill>
                  <a:schemeClr val="lt1"/>
                </a:solidFill>
              </a:defRPr>
            </a:lvl5pPr>
            <a:lvl6pPr indent="-304800" lvl="5" marL="2743200" rtl="0">
              <a:spcBef>
                <a:spcPts val="0"/>
              </a:spcBef>
              <a:spcAft>
                <a:spcPts val="0"/>
              </a:spcAft>
              <a:buClr>
                <a:schemeClr val="dk2"/>
              </a:buClr>
              <a:buSzPts val="1200"/>
              <a:buChar char="■"/>
              <a:defRPr>
                <a:solidFill>
                  <a:schemeClr val="lt1"/>
                </a:solidFill>
              </a:defRPr>
            </a:lvl6pPr>
            <a:lvl7pPr indent="-304800" lvl="6" marL="3200400" rtl="0">
              <a:spcBef>
                <a:spcPts val="0"/>
              </a:spcBef>
              <a:spcAft>
                <a:spcPts val="0"/>
              </a:spcAft>
              <a:buClr>
                <a:schemeClr val="dk2"/>
              </a:buClr>
              <a:buSzPts val="1200"/>
              <a:buChar char="●"/>
              <a:defRPr>
                <a:solidFill>
                  <a:schemeClr val="lt1"/>
                </a:solidFill>
              </a:defRPr>
            </a:lvl7pPr>
            <a:lvl8pPr indent="-304800" lvl="7" marL="3657600" rtl="0">
              <a:spcBef>
                <a:spcPts val="0"/>
              </a:spcBef>
              <a:spcAft>
                <a:spcPts val="0"/>
              </a:spcAft>
              <a:buClr>
                <a:schemeClr val="dk2"/>
              </a:buClr>
              <a:buSzPts val="1200"/>
              <a:buChar char="○"/>
              <a:defRPr>
                <a:solidFill>
                  <a:schemeClr val="lt1"/>
                </a:solidFill>
              </a:defRPr>
            </a:lvl8pPr>
            <a:lvl9pPr indent="-304800" lvl="8" marL="4114800" rtl="0">
              <a:spcBef>
                <a:spcPts val="0"/>
              </a:spcBef>
              <a:spcAft>
                <a:spcPts val="0"/>
              </a:spcAft>
              <a:buClr>
                <a:schemeClr val="dk2"/>
              </a:buClr>
              <a:buSzPts val="1200"/>
              <a:buChar char="■"/>
              <a:defRPr>
                <a:solidFill>
                  <a:schemeClr val="lt1"/>
                </a:solidFill>
              </a:defRPr>
            </a:lvl9pPr>
          </a:lstStyle>
          <a:p/>
        </p:txBody>
      </p:sp>
      <p:pic>
        <p:nvPicPr>
          <p:cNvPr id="128" name="Google Shape;128;p18" title="logo_logomark-9.png"/>
          <p:cNvPicPr preferRelativeResize="0"/>
          <p:nvPr/>
        </p:nvPicPr>
        <p:blipFill>
          <a:blip r:embed="rId2">
            <a:alphaModFix/>
          </a:blip>
          <a:stretch>
            <a:fillRect/>
          </a:stretch>
        </p:blipFill>
        <p:spPr>
          <a:xfrm>
            <a:off x="457199" y="4837175"/>
            <a:ext cx="197509" cy="164592"/>
          </a:xfrm>
          <a:prstGeom prst="rect">
            <a:avLst/>
          </a:prstGeom>
          <a:noFill/>
          <a:ln>
            <a:noFill/>
          </a:ln>
        </p:spPr>
      </p:pic>
      <p:sp>
        <p:nvSpPr>
          <p:cNvPr id="129" name="Google Shape;129;p18"/>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18"/>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ight">
  <p:cSld name="TITLE_ONLY_1">
    <p:bg>
      <p:bgPr>
        <a:blipFill>
          <a:blip r:embed="rId2">
            <a:alphaModFix/>
          </a:blip>
          <a:stretch>
            <a:fillRect/>
          </a:stretch>
        </a:blipFill>
      </p:bgPr>
    </p:bg>
    <p:spTree>
      <p:nvGrpSpPr>
        <p:cNvPr id="218" name="Shape 218"/>
        <p:cNvGrpSpPr/>
        <p:nvPr/>
      </p:nvGrpSpPr>
      <p:grpSpPr>
        <a:xfrm>
          <a:off x="0" y="0"/>
          <a:ext cx="0" cy="0"/>
          <a:chOff x="0" y="0"/>
          <a:chExt cx="0" cy="0"/>
        </a:xfrm>
      </p:grpSpPr>
      <p:sp>
        <p:nvSpPr>
          <p:cNvPr id="219" name="Google Shape;219;p28"/>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pic>
        <p:nvPicPr>
          <p:cNvPr id="220" name="Google Shape;220;p28"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221" name="Google Shape;221;p28"/>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22" name="Google Shape;222;p28"/>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right image - Light">
  <p:cSld name="ONE_COLUMN_TEXT_4">
    <p:bg>
      <p:bgPr>
        <a:blipFill>
          <a:blip r:embed="rId2">
            <a:alphaModFix/>
          </a:blip>
          <a:stretch>
            <a:fillRect/>
          </a:stretch>
        </a:blipFill>
      </p:bgPr>
    </p:bg>
    <p:spTree>
      <p:nvGrpSpPr>
        <p:cNvPr id="230" name="Shape 230"/>
        <p:cNvGrpSpPr/>
        <p:nvPr/>
      </p:nvGrpSpPr>
      <p:grpSpPr>
        <a:xfrm>
          <a:off x="0" y="0"/>
          <a:ext cx="0" cy="0"/>
          <a:chOff x="0" y="0"/>
          <a:chExt cx="0" cy="0"/>
        </a:xfrm>
      </p:grpSpPr>
      <p:sp>
        <p:nvSpPr>
          <p:cNvPr id="232" name="Google Shape;232;p30"/>
          <p:cNvSpPr txBox="1"/>
          <p:nvPr>
            <p:ph type="title"/>
          </p:nvPr>
        </p:nvSpPr>
        <p:spPr>
          <a:xfrm>
            <a:off x="457200" y="457200"/>
            <a:ext cx="4032600" cy="8382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3" name="Google Shape;233;p30"/>
          <p:cNvSpPr txBox="1"/>
          <p:nvPr>
            <p:ph idx="1" type="body"/>
          </p:nvPr>
        </p:nvSpPr>
        <p:spPr>
          <a:xfrm>
            <a:off x="457200" y="1615450"/>
            <a:ext cx="4032600" cy="30753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2"/>
              </a:buClr>
              <a:buSzPts val="1200"/>
              <a:buChar char="●"/>
              <a:defRPr>
                <a:solidFill>
                  <a:schemeClr val="lt1"/>
                </a:solidFill>
              </a:defRPr>
            </a:lvl1pPr>
            <a:lvl2pPr indent="-304800" lvl="1" marL="914400">
              <a:spcBef>
                <a:spcPts val="0"/>
              </a:spcBef>
              <a:spcAft>
                <a:spcPts val="0"/>
              </a:spcAft>
              <a:buClr>
                <a:schemeClr val="dk2"/>
              </a:buClr>
              <a:buSzPts val="1200"/>
              <a:buChar char="○"/>
              <a:defRPr>
                <a:solidFill>
                  <a:schemeClr val="lt1"/>
                </a:solidFill>
              </a:defRPr>
            </a:lvl2pPr>
            <a:lvl3pPr indent="-304800" lvl="2" marL="1371600">
              <a:spcBef>
                <a:spcPts val="0"/>
              </a:spcBef>
              <a:spcAft>
                <a:spcPts val="0"/>
              </a:spcAft>
              <a:buClr>
                <a:schemeClr val="dk2"/>
              </a:buClr>
              <a:buSzPts val="1200"/>
              <a:buChar char="■"/>
              <a:defRPr>
                <a:solidFill>
                  <a:schemeClr val="lt1"/>
                </a:solidFill>
              </a:defRPr>
            </a:lvl3pPr>
            <a:lvl4pPr indent="-304800" lvl="3" marL="1828800">
              <a:spcBef>
                <a:spcPts val="0"/>
              </a:spcBef>
              <a:spcAft>
                <a:spcPts val="0"/>
              </a:spcAft>
              <a:buClr>
                <a:schemeClr val="dk2"/>
              </a:buClr>
              <a:buSzPts val="1200"/>
              <a:buChar char="●"/>
              <a:defRPr>
                <a:solidFill>
                  <a:schemeClr val="lt1"/>
                </a:solidFill>
              </a:defRPr>
            </a:lvl4pPr>
            <a:lvl5pPr indent="-304800" lvl="4" marL="2286000">
              <a:spcBef>
                <a:spcPts val="0"/>
              </a:spcBef>
              <a:spcAft>
                <a:spcPts val="0"/>
              </a:spcAft>
              <a:buClr>
                <a:schemeClr val="dk2"/>
              </a:buClr>
              <a:buSzPts val="1200"/>
              <a:buChar char="○"/>
              <a:defRPr>
                <a:solidFill>
                  <a:schemeClr val="lt1"/>
                </a:solidFill>
              </a:defRPr>
            </a:lvl5pPr>
            <a:lvl6pPr indent="-304800" lvl="5" marL="2743200">
              <a:spcBef>
                <a:spcPts val="0"/>
              </a:spcBef>
              <a:spcAft>
                <a:spcPts val="0"/>
              </a:spcAft>
              <a:buClr>
                <a:schemeClr val="dk2"/>
              </a:buClr>
              <a:buSzPts val="1200"/>
              <a:buChar char="■"/>
              <a:defRPr>
                <a:solidFill>
                  <a:schemeClr val="lt1"/>
                </a:solidFill>
              </a:defRPr>
            </a:lvl6pPr>
            <a:lvl7pPr indent="-304800" lvl="6" marL="3200400">
              <a:spcBef>
                <a:spcPts val="0"/>
              </a:spcBef>
              <a:spcAft>
                <a:spcPts val="0"/>
              </a:spcAft>
              <a:buClr>
                <a:schemeClr val="dk2"/>
              </a:buClr>
              <a:buSzPts val="1200"/>
              <a:buChar char="●"/>
              <a:defRPr>
                <a:solidFill>
                  <a:schemeClr val="lt1"/>
                </a:solidFill>
              </a:defRPr>
            </a:lvl7pPr>
            <a:lvl8pPr indent="-304800" lvl="7" marL="3657600">
              <a:spcBef>
                <a:spcPts val="0"/>
              </a:spcBef>
              <a:spcAft>
                <a:spcPts val="0"/>
              </a:spcAft>
              <a:buClr>
                <a:schemeClr val="dk2"/>
              </a:buClr>
              <a:buSzPts val="1200"/>
              <a:buChar char="○"/>
              <a:defRPr>
                <a:solidFill>
                  <a:schemeClr val="lt1"/>
                </a:solidFill>
              </a:defRPr>
            </a:lvl8pPr>
            <a:lvl9pPr indent="-304800" lvl="8" marL="4114800">
              <a:spcBef>
                <a:spcPts val="0"/>
              </a:spcBef>
              <a:spcAft>
                <a:spcPts val="0"/>
              </a:spcAft>
              <a:buClr>
                <a:schemeClr val="dk2"/>
              </a:buClr>
              <a:buSzPts val="1200"/>
              <a:buChar char="■"/>
              <a:defRPr>
                <a:solidFill>
                  <a:schemeClr val="lt1"/>
                </a:solidFill>
              </a:defRPr>
            </a:lvl9pPr>
          </a:lstStyle>
          <a:p/>
        </p:txBody>
      </p:sp>
      <p:pic>
        <p:nvPicPr>
          <p:cNvPr id="234" name="Google Shape;234;p30"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235" name="Google Shape;235;p3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30"/>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eft image - Dark">
  <p:cSld name="ONE_COLUMN_TEXT_3_1">
    <p:bg>
      <p:bgPr>
        <a:blipFill>
          <a:blip r:embed="rId2">
            <a:alphaModFix/>
          </a:blip>
          <a:stretch>
            <a:fillRect/>
          </a:stretch>
        </a:blipFill>
      </p:bgPr>
    </p:bg>
    <p:spTree>
      <p:nvGrpSpPr>
        <p:cNvPr id="244" name="Shape 244"/>
        <p:cNvGrpSpPr/>
        <p:nvPr/>
      </p:nvGrpSpPr>
      <p:grpSpPr>
        <a:xfrm>
          <a:off x="0" y="0"/>
          <a:ext cx="0" cy="0"/>
          <a:chOff x="0" y="0"/>
          <a:chExt cx="0" cy="0"/>
        </a:xfrm>
      </p:grpSpPr>
      <p:sp>
        <p:nvSpPr>
          <p:cNvPr id="246" name="Google Shape;246;p32"/>
          <p:cNvSpPr txBox="1"/>
          <p:nvPr>
            <p:ph type="title"/>
          </p:nvPr>
        </p:nvSpPr>
        <p:spPr>
          <a:xfrm>
            <a:off x="4654300" y="457200"/>
            <a:ext cx="4032600" cy="8382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7" name="Google Shape;247;p32"/>
          <p:cNvSpPr txBox="1"/>
          <p:nvPr>
            <p:ph idx="1" type="body"/>
          </p:nvPr>
        </p:nvSpPr>
        <p:spPr>
          <a:xfrm>
            <a:off x="4654300" y="1615450"/>
            <a:ext cx="4032600" cy="30753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2"/>
              </a:buClr>
              <a:buSzPts val="1200"/>
              <a:buChar char="●"/>
              <a:defRPr>
                <a:solidFill>
                  <a:schemeClr val="lt1"/>
                </a:solidFill>
              </a:defRPr>
            </a:lvl1pPr>
            <a:lvl2pPr indent="-304800" lvl="1" marL="914400">
              <a:spcBef>
                <a:spcPts val="0"/>
              </a:spcBef>
              <a:spcAft>
                <a:spcPts val="0"/>
              </a:spcAft>
              <a:buClr>
                <a:schemeClr val="dk2"/>
              </a:buClr>
              <a:buSzPts val="1200"/>
              <a:buChar char="○"/>
              <a:defRPr>
                <a:solidFill>
                  <a:schemeClr val="lt1"/>
                </a:solidFill>
              </a:defRPr>
            </a:lvl2pPr>
            <a:lvl3pPr indent="-304800" lvl="2" marL="1371600">
              <a:spcBef>
                <a:spcPts val="0"/>
              </a:spcBef>
              <a:spcAft>
                <a:spcPts val="0"/>
              </a:spcAft>
              <a:buClr>
                <a:schemeClr val="dk2"/>
              </a:buClr>
              <a:buSzPts val="1200"/>
              <a:buChar char="■"/>
              <a:defRPr>
                <a:solidFill>
                  <a:schemeClr val="lt1"/>
                </a:solidFill>
              </a:defRPr>
            </a:lvl3pPr>
            <a:lvl4pPr indent="-304800" lvl="3" marL="1828800">
              <a:spcBef>
                <a:spcPts val="0"/>
              </a:spcBef>
              <a:spcAft>
                <a:spcPts val="0"/>
              </a:spcAft>
              <a:buClr>
                <a:schemeClr val="dk2"/>
              </a:buClr>
              <a:buSzPts val="1200"/>
              <a:buChar char="●"/>
              <a:defRPr>
                <a:solidFill>
                  <a:schemeClr val="lt1"/>
                </a:solidFill>
              </a:defRPr>
            </a:lvl4pPr>
            <a:lvl5pPr indent="-304800" lvl="4" marL="2286000">
              <a:spcBef>
                <a:spcPts val="0"/>
              </a:spcBef>
              <a:spcAft>
                <a:spcPts val="0"/>
              </a:spcAft>
              <a:buClr>
                <a:schemeClr val="dk2"/>
              </a:buClr>
              <a:buSzPts val="1200"/>
              <a:buChar char="○"/>
              <a:defRPr>
                <a:solidFill>
                  <a:schemeClr val="lt1"/>
                </a:solidFill>
              </a:defRPr>
            </a:lvl5pPr>
            <a:lvl6pPr indent="-304800" lvl="5" marL="2743200">
              <a:spcBef>
                <a:spcPts val="0"/>
              </a:spcBef>
              <a:spcAft>
                <a:spcPts val="0"/>
              </a:spcAft>
              <a:buClr>
                <a:schemeClr val="dk2"/>
              </a:buClr>
              <a:buSzPts val="1200"/>
              <a:buChar char="■"/>
              <a:defRPr>
                <a:solidFill>
                  <a:schemeClr val="lt1"/>
                </a:solidFill>
              </a:defRPr>
            </a:lvl6pPr>
            <a:lvl7pPr indent="-304800" lvl="6" marL="3200400">
              <a:spcBef>
                <a:spcPts val="0"/>
              </a:spcBef>
              <a:spcAft>
                <a:spcPts val="0"/>
              </a:spcAft>
              <a:buClr>
                <a:schemeClr val="dk2"/>
              </a:buClr>
              <a:buSzPts val="1200"/>
              <a:buChar char="●"/>
              <a:defRPr>
                <a:solidFill>
                  <a:schemeClr val="lt1"/>
                </a:solidFill>
              </a:defRPr>
            </a:lvl7pPr>
            <a:lvl8pPr indent="-304800" lvl="7" marL="3657600">
              <a:spcBef>
                <a:spcPts val="0"/>
              </a:spcBef>
              <a:spcAft>
                <a:spcPts val="0"/>
              </a:spcAft>
              <a:buClr>
                <a:schemeClr val="dk2"/>
              </a:buClr>
              <a:buSzPts val="1200"/>
              <a:buChar char="○"/>
              <a:defRPr>
                <a:solidFill>
                  <a:schemeClr val="lt1"/>
                </a:solidFill>
              </a:defRPr>
            </a:lvl8pPr>
            <a:lvl9pPr indent="-304800" lvl="8" marL="4114800">
              <a:spcBef>
                <a:spcPts val="0"/>
              </a:spcBef>
              <a:spcAft>
                <a:spcPts val="0"/>
              </a:spcAft>
              <a:buClr>
                <a:schemeClr val="dk2"/>
              </a:buClr>
              <a:buSzPts val="1200"/>
              <a:buChar char="■"/>
              <a:defRPr>
                <a:solidFill>
                  <a:schemeClr val="lt1"/>
                </a:solidFill>
              </a:defRPr>
            </a:lvl9pPr>
          </a:lstStyle>
          <a:p/>
        </p:txBody>
      </p:sp>
      <p:pic>
        <p:nvPicPr>
          <p:cNvPr id="248" name="Google Shape;248;p32"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249" name="Google Shape;249;p32"/>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50" name="Google Shape;250;p32"/>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image with title - Light">
  <p:cSld name="MAIN_POINT_3">
    <p:bg>
      <p:bgPr>
        <a:solidFill>
          <a:schemeClr val="dk1"/>
        </a:solidFill>
      </p:bgPr>
    </p:bg>
    <p:spTree>
      <p:nvGrpSpPr>
        <p:cNvPr id="257" name="Shape 257"/>
        <p:cNvGrpSpPr/>
        <p:nvPr/>
      </p:nvGrpSpPr>
      <p:grpSpPr>
        <a:xfrm>
          <a:off x="0" y="0"/>
          <a:ext cx="0" cy="0"/>
          <a:chOff x="0" y="0"/>
          <a:chExt cx="0" cy="0"/>
        </a:xfrm>
      </p:grpSpPr>
      <p:sp>
        <p:nvSpPr>
          <p:cNvPr id="259" name="Google Shape;259;p34"/>
          <p:cNvSpPr txBox="1"/>
          <p:nvPr>
            <p:ph type="title"/>
          </p:nvPr>
        </p:nvSpPr>
        <p:spPr>
          <a:xfrm>
            <a:off x="0" y="0"/>
            <a:ext cx="9144300" cy="2569500"/>
          </a:xfrm>
          <a:prstGeom prst="rect">
            <a:avLst/>
          </a:prstGeom>
          <a:gradFill>
            <a:gsLst>
              <a:gs pos="0">
                <a:srgbClr val="EDE9FE"/>
              </a:gs>
              <a:gs pos="28000">
                <a:srgbClr val="EDE9FE"/>
              </a:gs>
              <a:gs pos="54000">
                <a:srgbClr val="EDE9FE">
                  <a:alpha val="80000"/>
                </a:srgbClr>
              </a:gs>
              <a:gs pos="80000">
                <a:srgbClr val="EDE9FE">
                  <a:alpha val="50196"/>
                </a:srgbClr>
              </a:gs>
              <a:gs pos="100000">
                <a:srgbClr val="EDE9FE">
                  <a:alpha val="0"/>
                </a:srgbClr>
              </a:gs>
            </a:gsLst>
            <a:lin ang="5400012" scaled="0"/>
          </a:gradFill>
        </p:spPr>
        <p:txBody>
          <a:bodyPr anchorCtr="0" anchor="t" bIns="91425" lIns="91425" spcFirstLastPara="1" rIns="91425" wrap="square" tIns="457200">
            <a:noAutofit/>
          </a:bodyPr>
          <a:lstStyle>
            <a:lvl1pPr lvl="0" algn="ctr">
              <a:spcBef>
                <a:spcPts val="0"/>
              </a:spcBef>
              <a:spcAft>
                <a:spcPts val="0"/>
              </a:spcAft>
              <a:buClr>
                <a:schemeClr val="lt1"/>
              </a:buClr>
              <a:buSzPts val="2800"/>
              <a:buNone/>
              <a:defRPr>
                <a:solidFill>
                  <a:schemeClr val="lt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pic>
        <p:nvPicPr>
          <p:cNvPr id="260" name="Google Shape;260;p34" title="logo_logomark-9.png"/>
          <p:cNvPicPr preferRelativeResize="0"/>
          <p:nvPr/>
        </p:nvPicPr>
        <p:blipFill>
          <a:blip r:embed="rId2">
            <a:alphaModFix/>
          </a:blip>
          <a:stretch>
            <a:fillRect/>
          </a:stretch>
        </p:blipFill>
        <p:spPr>
          <a:xfrm>
            <a:off x="457199" y="4837175"/>
            <a:ext cx="197509" cy="164592"/>
          </a:xfrm>
          <a:prstGeom prst="rect">
            <a:avLst/>
          </a:prstGeom>
          <a:noFill/>
          <a:ln>
            <a:noFill/>
          </a:ln>
        </p:spPr>
      </p:pic>
      <p:sp>
        <p:nvSpPr>
          <p:cNvPr id="261" name="Google Shape;261;p34"/>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34"/>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MAIN_POINT_1">
    <p:bg>
      <p:bgPr>
        <a:blipFill>
          <a:blip r:embed="rId2">
            <a:alphaModFix/>
          </a:blip>
          <a:stretch>
            <a:fillRect/>
          </a:stretch>
        </a:blipFill>
      </p:bgPr>
    </p:bg>
    <p:spTree>
      <p:nvGrpSpPr>
        <p:cNvPr id="271" name="Shape 271"/>
        <p:cNvGrpSpPr/>
        <p:nvPr/>
      </p:nvGrpSpPr>
      <p:grpSpPr>
        <a:xfrm>
          <a:off x="0" y="0"/>
          <a:ext cx="0" cy="0"/>
          <a:chOff x="0" y="0"/>
          <a:chExt cx="0" cy="0"/>
        </a:xfrm>
      </p:grpSpPr>
      <p:sp>
        <p:nvSpPr>
          <p:cNvPr id="272" name="Google Shape;272;p36"/>
          <p:cNvSpPr/>
          <p:nvPr/>
        </p:nvSpPr>
        <p:spPr>
          <a:xfrm>
            <a:off x="457200" y="457200"/>
            <a:ext cx="8229600" cy="4114800"/>
          </a:xfrm>
          <a:prstGeom prst="roundRect">
            <a:avLst>
              <a:gd fmla="val 1226"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3" name="Google Shape;273;p36"/>
          <p:cNvSpPr txBox="1"/>
          <p:nvPr/>
        </p:nvSpPr>
        <p:spPr>
          <a:xfrm flipH="1">
            <a:off x="685800" y="457200"/>
            <a:ext cx="6996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0000">
                <a:solidFill>
                  <a:schemeClr val="dk2"/>
                </a:solidFill>
                <a:latin typeface="Inter"/>
                <a:ea typeface="Inter"/>
                <a:cs typeface="Inter"/>
                <a:sym typeface="Inter"/>
              </a:rPr>
              <a:t>“</a:t>
            </a:r>
            <a:endParaRPr b="1" sz="10000">
              <a:solidFill>
                <a:schemeClr val="dk2"/>
              </a:solidFill>
              <a:latin typeface="Inter"/>
              <a:ea typeface="Inter"/>
              <a:cs typeface="Inter"/>
              <a:sym typeface="Inter"/>
            </a:endParaRPr>
          </a:p>
        </p:txBody>
      </p:sp>
      <p:sp>
        <p:nvSpPr>
          <p:cNvPr id="274" name="Google Shape;274;p36"/>
          <p:cNvSpPr txBox="1"/>
          <p:nvPr>
            <p:ph type="title"/>
          </p:nvPr>
        </p:nvSpPr>
        <p:spPr>
          <a:xfrm>
            <a:off x="1691650" y="762000"/>
            <a:ext cx="6460200" cy="29262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2000"/>
              <a:buNone/>
              <a:defRPr b="0" sz="2000">
                <a:solidFill>
                  <a:schemeClr val="lt1"/>
                </a:solidFill>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5" name="Google Shape;275;p36"/>
          <p:cNvSpPr txBox="1"/>
          <p:nvPr>
            <p:ph idx="1" type="subTitle"/>
          </p:nvPr>
        </p:nvSpPr>
        <p:spPr>
          <a:xfrm>
            <a:off x="1691650" y="3764400"/>
            <a:ext cx="6460200" cy="4572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1200"/>
              <a:buNone/>
              <a:defRPr i="1">
                <a:solidFill>
                  <a:schemeClr val="dk2"/>
                </a:solidFill>
              </a:defRPr>
            </a:lvl1pPr>
            <a:lvl2pPr lvl="1">
              <a:spcBef>
                <a:spcPts val="0"/>
              </a:spcBef>
              <a:spcAft>
                <a:spcPts val="0"/>
              </a:spcAft>
              <a:buClr>
                <a:schemeClr val="accent1"/>
              </a:buClr>
              <a:buSzPts val="1200"/>
              <a:buNone/>
              <a:defRPr>
                <a:solidFill>
                  <a:schemeClr val="accent1"/>
                </a:solidFill>
              </a:defRPr>
            </a:lvl2pPr>
            <a:lvl3pPr lvl="2">
              <a:spcBef>
                <a:spcPts val="0"/>
              </a:spcBef>
              <a:spcAft>
                <a:spcPts val="0"/>
              </a:spcAft>
              <a:buClr>
                <a:schemeClr val="accent1"/>
              </a:buClr>
              <a:buSzPts val="1200"/>
              <a:buNone/>
              <a:defRPr>
                <a:solidFill>
                  <a:schemeClr val="accent1"/>
                </a:solidFill>
              </a:defRPr>
            </a:lvl3pPr>
            <a:lvl4pPr lvl="3">
              <a:spcBef>
                <a:spcPts val="0"/>
              </a:spcBef>
              <a:spcAft>
                <a:spcPts val="0"/>
              </a:spcAft>
              <a:buClr>
                <a:schemeClr val="accent1"/>
              </a:buClr>
              <a:buSzPts val="1200"/>
              <a:buNone/>
              <a:defRPr>
                <a:solidFill>
                  <a:schemeClr val="accent1"/>
                </a:solidFill>
              </a:defRPr>
            </a:lvl4pPr>
            <a:lvl5pPr lvl="4">
              <a:spcBef>
                <a:spcPts val="0"/>
              </a:spcBef>
              <a:spcAft>
                <a:spcPts val="0"/>
              </a:spcAft>
              <a:buClr>
                <a:schemeClr val="accent1"/>
              </a:buClr>
              <a:buSzPts val="1200"/>
              <a:buNone/>
              <a:defRPr>
                <a:solidFill>
                  <a:schemeClr val="accent1"/>
                </a:solidFill>
              </a:defRPr>
            </a:lvl5pPr>
            <a:lvl6pPr lvl="5">
              <a:spcBef>
                <a:spcPts val="0"/>
              </a:spcBef>
              <a:spcAft>
                <a:spcPts val="0"/>
              </a:spcAft>
              <a:buClr>
                <a:schemeClr val="accent1"/>
              </a:buClr>
              <a:buSzPts val="1200"/>
              <a:buNone/>
              <a:defRPr>
                <a:solidFill>
                  <a:schemeClr val="accent1"/>
                </a:solidFill>
              </a:defRPr>
            </a:lvl6pPr>
            <a:lvl7pPr lvl="6">
              <a:spcBef>
                <a:spcPts val="0"/>
              </a:spcBef>
              <a:spcAft>
                <a:spcPts val="0"/>
              </a:spcAft>
              <a:buClr>
                <a:schemeClr val="accent1"/>
              </a:buClr>
              <a:buSzPts val="1200"/>
              <a:buNone/>
              <a:defRPr>
                <a:solidFill>
                  <a:schemeClr val="accent1"/>
                </a:solidFill>
              </a:defRPr>
            </a:lvl7pPr>
            <a:lvl8pPr lvl="7">
              <a:spcBef>
                <a:spcPts val="0"/>
              </a:spcBef>
              <a:spcAft>
                <a:spcPts val="0"/>
              </a:spcAft>
              <a:buClr>
                <a:schemeClr val="accent1"/>
              </a:buClr>
              <a:buSzPts val="1200"/>
              <a:buNone/>
              <a:defRPr>
                <a:solidFill>
                  <a:schemeClr val="accent1"/>
                </a:solidFill>
              </a:defRPr>
            </a:lvl8pPr>
            <a:lvl9pPr lvl="8">
              <a:spcBef>
                <a:spcPts val="0"/>
              </a:spcBef>
              <a:spcAft>
                <a:spcPts val="0"/>
              </a:spcAft>
              <a:buClr>
                <a:schemeClr val="accent1"/>
              </a:buClr>
              <a:buSzPts val="1200"/>
              <a:buNone/>
              <a:defRPr>
                <a:solidFill>
                  <a:schemeClr val="accent1"/>
                </a:solidFill>
              </a:defRPr>
            </a:lvl9pPr>
          </a:lstStyle>
          <a:p/>
        </p:txBody>
      </p:sp>
      <p:pic>
        <p:nvPicPr>
          <p:cNvPr id="276" name="Google Shape;276;p36"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277" name="Google Shape;277;p3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6"/>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stimonial - Light">
  <p:cSld name="BIG_NUMBER_4">
    <p:bg>
      <p:bgPr>
        <a:blipFill>
          <a:blip r:embed="rId2">
            <a:alphaModFix/>
          </a:blip>
          <a:stretch>
            <a:fillRect/>
          </a:stretch>
        </a:blipFill>
      </p:bgPr>
    </p:bg>
    <p:spTree>
      <p:nvGrpSpPr>
        <p:cNvPr id="310" name="Shape 310"/>
        <p:cNvGrpSpPr/>
        <p:nvPr/>
      </p:nvGrpSpPr>
      <p:grpSpPr>
        <a:xfrm>
          <a:off x="0" y="0"/>
          <a:ext cx="0" cy="0"/>
          <a:chOff x="0" y="0"/>
          <a:chExt cx="0" cy="0"/>
        </a:xfrm>
      </p:grpSpPr>
      <p:sp>
        <p:nvSpPr>
          <p:cNvPr id="311" name="Google Shape;311;p40"/>
          <p:cNvSpPr/>
          <p:nvPr/>
        </p:nvSpPr>
        <p:spPr>
          <a:xfrm>
            <a:off x="457200" y="1308000"/>
            <a:ext cx="3941100" cy="2925600"/>
          </a:xfrm>
          <a:prstGeom prst="roundRect">
            <a:avLst>
              <a:gd fmla="val 1226"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2" name="Google Shape;312;p40"/>
          <p:cNvSpPr/>
          <p:nvPr/>
        </p:nvSpPr>
        <p:spPr>
          <a:xfrm>
            <a:off x="4745700" y="1308000"/>
            <a:ext cx="3941100" cy="2925600"/>
          </a:xfrm>
          <a:prstGeom prst="roundRect">
            <a:avLst>
              <a:gd fmla="val 1226"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13" name="Google Shape;313;p40"/>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14" name="Google Shape;314;p40"/>
          <p:cNvSpPr txBox="1"/>
          <p:nvPr>
            <p:ph idx="1" type="subTitle"/>
          </p:nvPr>
        </p:nvSpPr>
        <p:spPr>
          <a:xfrm>
            <a:off x="841200" y="1308000"/>
            <a:ext cx="3557100" cy="2163600"/>
          </a:xfrm>
          <a:prstGeom prst="rect">
            <a:avLst/>
          </a:prstGeom>
        </p:spPr>
        <p:txBody>
          <a:bodyPr anchorCtr="0" anchor="t" bIns="0" lIns="182875" spcFirstLastPara="1" rIns="182875" wrap="square" tIns="182875">
            <a:normAutofit/>
          </a:bodyPr>
          <a:lstStyle>
            <a:lvl1pPr lvl="0">
              <a:spcBef>
                <a:spcPts val="0"/>
              </a:spcBef>
              <a:spcAft>
                <a:spcPts val="0"/>
              </a:spcAft>
              <a:buClr>
                <a:schemeClr val="lt1"/>
              </a:buClr>
              <a:buSzPts val="1200"/>
              <a:buNone/>
              <a:defRPr>
                <a:solidFill>
                  <a:schemeClr val="lt1"/>
                </a:solidFill>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15" name="Google Shape;315;p40"/>
          <p:cNvSpPr txBox="1"/>
          <p:nvPr>
            <p:ph idx="2" type="subTitle"/>
          </p:nvPr>
        </p:nvSpPr>
        <p:spPr>
          <a:xfrm>
            <a:off x="841200" y="3700200"/>
            <a:ext cx="3557100" cy="533400"/>
          </a:xfrm>
          <a:prstGeom prst="rect">
            <a:avLst/>
          </a:prstGeom>
        </p:spPr>
        <p:txBody>
          <a:bodyPr anchorCtr="0" anchor="t" bIns="182875" lIns="182875" spcFirstLastPara="1" rIns="182875" wrap="square" tIns="0">
            <a:normAutofit/>
          </a:bodyPr>
          <a:lstStyle>
            <a:lvl1pPr lvl="0">
              <a:spcBef>
                <a:spcPts val="0"/>
              </a:spcBef>
              <a:spcAft>
                <a:spcPts val="0"/>
              </a:spcAft>
              <a:buClr>
                <a:schemeClr val="dk2"/>
              </a:buClr>
              <a:buSzPts val="900"/>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316" name="Google Shape;316;p40"/>
          <p:cNvSpPr txBox="1"/>
          <p:nvPr>
            <p:ph idx="3" type="subTitle"/>
          </p:nvPr>
        </p:nvSpPr>
        <p:spPr>
          <a:xfrm>
            <a:off x="5129600" y="1308000"/>
            <a:ext cx="3557100" cy="2163600"/>
          </a:xfrm>
          <a:prstGeom prst="rect">
            <a:avLst/>
          </a:prstGeom>
        </p:spPr>
        <p:txBody>
          <a:bodyPr anchorCtr="0" anchor="t" bIns="0" lIns="182875" spcFirstLastPara="1" rIns="182875" wrap="square" tIns="182875">
            <a:normAutofit/>
          </a:bodyPr>
          <a:lstStyle>
            <a:lvl1pPr lvl="0">
              <a:spcBef>
                <a:spcPts val="0"/>
              </a:spcBef>
              <a:spcAft>
                <a:spcPts val="0"/>
              </a:spcAft>
              <a:buClr>
                <a:schemeClr val="lt1"/>
              </a:buClr>
              <a:buSzPts val="1200"/>
              <a:buNone/>
              <a:defRPr>
                <a:solidFill>
                  <a:schemeClr val="lt1"/>
                </a:solidFill>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17" name="Google Shape;317;p40"/>
          <p:cNvSpPr txBox="1"/>
          <p:nvPr>
            <p:ph idx="4" type="subTitle"/>
          </p:nvPr>
        </p:nvSpPr>
        <p:spPr>
          <a:xfrm>
            <a:off x="5129600" y="3700200"/>
            <a:ext cx="3557100" cy="533400"/>
          </a:xfrm>
          <a:prstGeom prst="rect">
            <a:avLst/>
          </a:prstGeom>
        </p:spPr>
        <p:txBody>
          <a:bodyPr anchorCtr="0" anchor="t" bIns="182875" lIns="182875" spcFirstLastPara="1" rIns="182875" wrap="square" tIns="0">
            <a:normAutofit/>
          </a:bodyPr>
          <a:lstStyle>
            <a:lvl1pPr lvl="0">
              <a:spcBef>
                <a:spcPts val="0"/>
              </a:spcBef>
              <a:spcAft>
                <a:spcPts val="0"/>
              </a:spcAft>
              <a:buClr>
                <a:schemeClr val="dk2"/>
              </a:buClr>
              <a:buSzPts val="900"/>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pic>
        <p:nvPicPr>
          <p:cNvPr id="318" name="Google Shape;318;p40"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319" name="Google Shape;319;p40"/>
          <p:cNvSpPr txBox="1"/>
          <p:nvPr/>
        </p:nvSpPr>
        <p:spPr>
          <a:xfrm flipH="1">
            <a:off x="457200" y="1335600"/>
            <a:ext cx="463200" cy="769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lang="en" sz="5000">
                <a:solidFill>
                  <a:schemeClr val="dk2"/>
                </a:solidFill>
                <a:latin typeface="Inter"/>
                <a:ea typeface="Inter"/>
                <a:cs typeface="Inter"/>
                <a:sym typeface="Inter"/>
              </a:rPr>
              <a:t>“</a:t>
            </a:r>
            <a:endParaRPr b="1" sz="5000">
              <a:solidFill>
                <a:schemeClr val="dk2"/>
              </a:solidFill>
              <a:latin typeface="Inter"/>
              <a:ea typeface="Inter"/>
              <a:cs typeface="Inter"/>
              <a:sym typeface="Inter"/>
            </a:endParaRPr>
          </a:p>
        </p:txBody>
      </p:sp>
      <p:sp>
        <p:nvSpPr>
          <p:cNvPr id="320" name="Google Shape;320;p40"/>
          <p:cNvSpPr txBox="1"/>
          <p:nvPr/>
        </p:nvSpPr>
        <p:spPr>
          <a:xfrm flipH="1">
            <a:off x="4745700" y="1335600"/>
            <a:ext cx="463200" cy="769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b="1" lang="en" sz="5000">
                <a:solidFill>
                  <a:schemeClr val="dk2"/>
                </a:solidFill>
                <a:latin typeface="Inter"/>
                <a:ea typeface="Inter"/>
                <a:cs typeface="Inter"/>
                <a:sym typeface="Inter"/>
              </a:rPr>
              <a:t>“</a:t>
            </a:r>
            <a:endParaRPr b="1" sz="5000">
              <a:solidFill>
                <a:schemeClr val="dk2"/>
              </a:solidFill>
              <a:latin typeface="Inter"/>
              <a:ea typeface="Inter"/>
              <a:cs typeface="Inter"/>
              <a:sym typeface="Inter"/>
            </a:endParaRPr>
          </a:p>
        </p:txBody>
      </p:sp>
      <p:sp>
        <p:nvSpPr>
          <p:cNvPr id="321" name="Google Shape;321;p4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322" name="Google Shape;322;p40"/>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 Number - Light">
  <p:cSld name="BIG_NUMBER_1">
    <p:bg>
      <p:bgPr>
        <a:blipFill>
          <a:blip r:embed="rId2">
            <a:alphaModFix/>
          </a:blip>
          <a:stretch>
            <a:fillRect/>
          </a:stretch>
        </a:blipFill>
      </p:bgPr>
    </p:bg>
    <p:spTree>
      <p:nvGrpSpPr>
        <p:cNvPr id="358" name="Shape 358"/>
        <p:cNvGrpSpPr/>
        <p:nvPr/>
      </p:nvGrpSpPr>
      <p:grpSpPr>
        <a:xfrm>
          <a:off x="0" y="0"/>
          <a:ext cx="0" cy="0"/>
          <a:chOff x="0" y="0"/>
          <a:chExt cx="0" cy="0"/>
        </a:xfrm>
      </p:grpSpPr>
      <p:sp>
        <p:nvSpPr>
          <p:cNvPr id="359" name="Google Shape;359;p44"/>
          <p:cNvSpPr/>
          <p:nvPr/>
        </p:nvSpPr>
        <p:spPr>
          <a:xfrm>
            <a:off x="457200" y="457200"/>
            <a:ext cx="8229600" cy="3840600"/>
          </a:xfrm>
          <a:prstGeom prst="roundRect">
            <a:avLst>
              <a:gd fmla="val 1226"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60" name="Google Shape;360;p44"/>
          <p:cNvSpPr txBox="1"/>
          <p:nvPr>
            <p:ph hasCustomPrompt="1" type="title"/>
          </p:nvPr>
        </p:nvSpPr>
        <p:spPr>
          <a:xfrm>
            <a:off x="996700" y="567750"/>
            <a:ext cx="7150500" cy="2112300"/>
          </a:xfrm>
          <a:prstGeom prst="rect">
            <a:avLst/>
          </a:prstGeom>
        </p:spPr>
        <p:txBody>
          <a:bodyPr anchorCtr="0" anchor="b" bIns="0" lIns="0" spcFirstLastPara="1" rIns="0" wrap="square" tIns="0">
            <a:normAutofit/>
          </a:bodyPr>
          <a:lstStyle>
            <a:lvl1pPr lvl="0" algn="ctr">
              <a:spcBef>
                <a:spcPts val="0"/>
              </a:spcBef>
              <a:spcAft>
                <a:spcPts val="0"/>
              </a:spcAft>
              <a:buClr>
                <a:schemeClr val="dk2"/>
              </a:buClr>
              <a:buSzPts val="10000"/>
              <a:buNone/>
              <a:defRPr sz="10000">
                <a:solidFill>
                  <a:schemeClr val="dk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44"/>
          <p:cNvSpPr txBox="1"/>
          <p:nvPr>
            <p:ph idx="1" type="subTitle"/>
          </p:nvPr>
        </p:nvSpPr>
        <p:spPr>
          <a:xfrm>
            <a:off x="996700" y="2680025"/>
            <a:ext cx="7150500" cy="1463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600"/>
              <a:buNone/>
              <a:defRPr sz="1600">
                <a:solidFill>
                  <a:schemeClr val="lt1"/>
                </a:solidFill>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pic>
        <p:nvPicPr>
          <p:cNvPr id="362" name="Google Shape;362;p44"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363" name="Google Shape;363;p44"/>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364" name="Google Shape;364;p44"/>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Stat Blocks - Light">
  <p:cSld name="BIG_NUMBER_1_1_1">
    <p:bg>
      <p:bgPr>
        <a:blipFill>
          <a:blip r:embed="rId2">
            <a:alphaModFix/>
          </a:blip>
          <a:stretch>
            <a:fillRect/>
          </a:stretch>
        </a:blipFill>
      </p:bgPr>
    </p:bg>
    <p:spTree>
      <p:nvGrpSpPr>
        <p:cNvPr id="382" name="Shape 382"/>
        <p:cNvGrpSpPr/>
        <p:nvPr/>
      </p:nvGrpSpPr>
      <p:grpSpPr>
        <a:xfrm>
          <a:off x="0" y="0"/>
          <a:ext cx="0" cy="0"/>
          <a:chOff x="0" y="0"/>
          <a:chExt cx="0" cy="0"/>
        </a:xfrm>
      </p:grpSpPr>
      <p:sp>
        <p:nvSpPr>
          <p:cNvPr id="383" name="Google Shape;383;p46"/>
          <p:cNvSpPr/>
          <p:nvPr/>
        </p:nvSpPr>
        <p:spPr>
          <a:xfrm>
            <a:off x="4654300" y="1308000"/>
            <a:ext cx="4032600" cy="1386900"/>
          </a:xfrm>
          <a:prstGeom prst="roundRect">
            <a:avLst>
              <a:gd fmla="val 3364"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4" name="Google Shape;384;p46"/>
          <p:cNvSpPr/>
          <p:nvPr/>
        </p:nvSpPr>
        <p:spPr>
          <a:xfrm>
            <a:off x="4654300" y="2847300"/>
            <a:ext cx="4032600" cy="1386900"/>
          </a:xfrm>
          <a:prstGeom prst="roundRect">
            <a:avLst>
              <a:gd fmla="val 3364"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5" name="Google Shape;385;p46"/>
          <p:cNvSpPr/>
          <p:nvPr/>
        </p:nvSpPr>
        <p:spPr>
          <a:xfrm>
            <a:off x="457200" y="2847300"/>
            <a:ext cx="4032600" cy="1386900"/>
          </a:xfrm>
          <a:prstGeom prst="roundRect">
            <a:avLst>
              <a:gd fmla="val 3364"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386" name="Google Shape;386;p46"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387" name="Google Shape;387;p46"/>
          <p:cNvSpPr/>
          <p:nvPr/>
        </p:nvSpPr>
        <p:spPr>
          <a:xfrm>
            <a:off x="457200" y="1308000"/>
            <a:ext cx="4032600" cy="1386900"/>
          </a:xfrm>
          <a:prstGeom prst="roundRect">
            <a:avLst>
              <a:gd fmla="val 3364"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8" name="Google Shape;388;p46"/>
          <p:cNvSpPr txBox="1"/>
          <p:nvPr>
            <p:ph type="title"/>
          </p:nvPr>
        </p:nvSpPr>
        <p:spPr>
          <a:xfrm>
            <a:off x="457200" y="457200"/>
            <a:ext cx="8229600" cy="39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89" name="Google Shape;389;p46"/>
          <p:cNvSpPr txBox="1"/>
          <p:nvPr>
            <p:ph idx="1" type="subTitle"/>
          </p:nvPr>
        </p:nvSpPr>
        <p:spPr>
          <a:xfrm>
            <a:off x="457200" y="2146200"/>
            <a:ext cx="4032600" cy="548700"/>
          </a:xfrm>
          <a:prstGeom prst="rect">
            <a:avLst/>
          </a:prstGeom>
        </p:spPr>
        <p:txBody>
          <a:bodyPr anchorCtr="0" anchor="t" bIns="182875" lIns="182875" spcFirstLastPara="1" rIns="182875" wrap="square" tIns="0">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90" name="Google Shape;390;p46"/>
          <p:cNvSpPr txBox="1"/>
          <p:nvPr>
            <p:ph hasCustomPrompt="1" idx="2" type="title"/>
          </p:nvPr>
        </p:nvSpPr>
        <p:spPr>
          <a:xfrm>
            <a:off x="457200" y="1308000"/>
            <a:ext cx="4032600" cy="762000"/>
          </a:xfrm>
          <a:prstGeom prst="rect">
            <a:avLst/>
          </a:prstGeom>
        </p:spPr>
        <p:txBody>
          <a:bodyPr anchorCtr="0" anchor="b" bIns="0" lIns="182875" spcFirstLastPara="1" rIns="182875" wrap="square" tIns="0">
            <a:norm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12000"/>
              <a:buNone/>
              <a:defRPr sz="12000">
                <a:solidFill>
                  <a:schemeClr val="dk2"/>
                </a:solidFill>
              </a:defRPr>
            </a:lvl2pPr>
            <a:lvl3pPr lvl="2">
              <a:spcBef>
                <a:spcPts val="0"/>
              </a:spcBef>
              <a:spcAft>
                <a:spcPts val="0"/>
              </a:spcAft>
              <a:buClr>
                <a:schemeClr val="dk2"/>
              </a:buClr>
              <a:buSzPts val="12000"/>
              <a:buNone/>
              <a:defRPr sz="12000">
                <a:solidFill>
                  <a:schemeClr val="dk2"/>
                </a:solidFill>
              </a:defRPr>
            </a:lvl3pPr>
            <a:lvl4pPr lvl="3">
              <a:spcBef>
                <a:spcPts val="0"/>
              </a:spcBef>
              <a:spcAft>
                <a:spcPts val="0"/>
              </a:spcAft>
              <a:buClr>
                <a:schemeClr val="dk2"/>
              </a:buClr>
              <a:buSzPts val="12000"/>
              <a:buNone/>
              <a:defRPr sz="12000">
                <a:solidFill>
                  <a:schemeClr val="dk2"/>
                </a:solidFill>
              </a:defRPr>
            </a:lvl4pPr>
            <a:lvl5pPr lvl="4">
              <a:spcBef>
                <a:spcPts val="0"/>
              </a:spcBef>
              <a:spcAft>
                <a:spcPts val="0"/>
              </a:spcAft>
              <a:buClr>
                <a:schemeClr val="dk2"/>
              </a:buClr>
              <a:buSzPts val="12000"/>
              <a:buNone/>
              <a:defRPr sz="12000">
                <a:solidFill>
                  <a:schemeClr val="dk2"/>
                </a:solidFill>
              </a:defRPr>
            </a:lvl5pPr>
            <a:lvl6pPr lvl="5">
              <a:spcBef>
                <a:spcPts val="0"/>
              </a:spcBef>
              <a:spcAft>
                <a:spcPts val="0"/>
              </a:spcAft>
              <a:buClr>
                <a:schemeClr val="dk2"/>
              </a:buClr>
              <a:buSzPts val="12000"/>
              <a:buNone/>
              <a:defRPr sz="12000">
                <a:solidFill>
                  <a:schemeClr val="dk2"/>
                </a:solidFill>
              </a:defRPr>
            </a:lvl6pPr>
            <a:lvl7pPr lvl="6">
              <a:spcBef>
                <a:spcPts val="0"/>
              </a:spcBef>
              <a:spcAft>
                <a:spcPts val="0"/>
              </a:spcAft>
              <a:buClr>
                <a:schemeClr val="dk2"/>
              </a:buClr>
              <a:buSzPts val="12000"/>
              <a:buNone/>
              <a:defRPr sz="12000">
                <a:solidFill>
                  <a:schemeClr val="dk2"/>
                </a:solidFill>
              </a:defRPr>
            </a:lvl7pPr>
            <a:lvl8pPr lvl="7">
              <a:spcBef>
                <a:spcPts val="0"/>
              </a:spcBef>
              <a:spcAft>
                <a:spcPts val="0"/>
              </a:spcAft>
              <a:buClr>
                <a:schemeClr val="dk2"/>
              </a:buClr>
              <a:buSzPts val="12000"/>
              <a:buNone/>
              <a:defRPr sz="12000">
                <a:solidFill>
                  <a:schemeClr val="dk2"/>
                </a:solidFill>
              </a:defRPr>
            </a:lvl8pPr>
            <a:lvl9pPr lvl="8">
              <a:spcBef>
                <a:spcPts val="0"/>
              </a:spcBef>
              <a:spcAft>
                <a:spcPts val="0"/>
              </a:spcAft>
              <a:buClr>
                <a:schemeClr val="dk2"/>
              </a:buClr>
              <a:buSzPts val="12000"/>
              <a:buNone/>
              <a:defRPr sz="12000">
                <a:solidFill>
                  <a:schemeClr val="dk2"/>
                </a:solidFill>
              </a:defRPr>
            </a:lvl9pPr>
          </a:lstStyle>
          <a:p>
            <a:r>
              <a:t>xx%</a:t>
            </a:r>
          </a:p>
        </p:txBody>
      </p:sp>
      <p:sp>
        <p:nvSpPr>
          <p:cNvPr id="391" name="Google Shape;391;p46"/>
          <p:cNvSpPr txBox="1"/>
          <p:nvPr>
            <p:ph idx="3" type="subTitle"/>
          </p:nvPr>
        </p:nvSpPr>
        <p:spPr>
          <a:xfrm>
            <a:off x="457200" y="3685500"/>
            <a:ext cx="4032600" cy="548700"/>
          </a:xfrm>
          <a:prstGeom prst="rect">
            <a:avLst/>
          </a:prstGeom>
        </p:spPr>
        <p:txBody>
          <a:bodyPr anchorCtr="0" anchor="t" bIns="182875" lIns="182875" spcFirstLastPara="1" rIns="182875" wrap="square" tIns="0">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92" name="Google Shape;392;p46"/>
          <p:cNvSpPr txBox="1"/>
          <p:nvPr>
            <p:ph hasCustomPrompt="1" idx="4" type="title"/>
          </p:nvPr>
        </p:nvSpPr>
        <p:spPr>
          <a:xfrm>
            <a:off x="457200" y="2847300"/>
            <a:ext cx="4032600" cy="762000"/>
          </a:xfrm>
          <a:prstGeom prst="rect">
            <a:avLst/>
          </a:prstGeom>
        </p:spPr>
        <p:txBody>
          <a:bodyPr anchorCtr="0" anchor="b" bIns="0" lIns="182875" spcFirstLastPara="1" rIns="182875" wrap="square" tIns="0">
            <a:norm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12000"/>
              <a:buNone/>
              <a:defRPr sz="12000">
                <a:solidFill>
                  <a:schemeClr val="dk2"/>
                </a:solidFill>
              </a:defRPr>
            </a:lvl2pPr>
            <a:lvl3pPr lvl="2">
              <a:spcBef>
                <a:spcPts val="0"/>
              </a:spcBef>
              <a:spcAft>
                <a:spcPts val="0"/>
              </a:spcAft>
              <a:buClr>
                <a:schemeClr val="dk2"/>
              </a:buClr>
              <a:buSzPts val="12000"/>
              <a:buNone/>
              <a:defRPr sz="12000">
                <a:solidFill>
                  <a:schemeClr val="dk2"/>
                </a:solidFill>
              </a:defRPr>
            </a:lvl3pPr>
            <a:lvl4pPr lvl="3">
              <a:spcBef>
                <a:spcPts val="0"/>
              </a:spcBef>
              <a:spcAft>
                <a:spcPts val="0"/>
              </a:spcAft>
              <a:buClr>
                <a:schemeClr val="dk2"/>
              </a:buClr>
              <a:buSzPts val="12000"/>
              <a:buNone/>
              <a:defRPr sz="12000">
                <a:solidFill>
                  <a:schemeClr val="dk2"/>
                </a:solidFill>
              </a:defRPr>
            </a:lvl4pPr>
            <a:lvl5pPr lvl="4">
              <a:spcBef>
                <a:spcPts val="0"/>
              </a:spcBef>
              <a:spcAft>
                <a:spcPts val="0"/>
              </a:spcAft>
              <a:buClr>
                <a:schemeClr val="dk2"/>
              </a:buClr>
              <a:buSzPts val="12000"/>
              <a:buNone/>
              <a:defRPr sz="12000">
                <a:solidFill>
                  <a:schemeClr val="dk2"/>
                </a:solidFill>
              </a:defRPr>
            </a:lvl5pPr>
            <a:lvl6pPr lvl="5">
              <a:spcBef>
                <a:spcPts val="0"/>
              </a:spcBef>
              <a:spcAft>
                <a:spcPts val="0"/>
              </a:spcAft>
              <a:buClr>
                <a:schemeClr val="dk2"/>
              </a:buClr>
              <a:buSzPts val="12000"/>
              <a:buNone/>
              <a:defRPr sz="12000">
                <a:solidFill>
                  <a:schemeClr val="dk2"/>
                </a:solidFill>
              </a:defRPr>
            </a:lvl6pPr>
            <a:lvl7pPr lvl="6">
              <a:spcBef>
                <a:spcPts val="0"/>
              </a:spcBef>
              <a:spcAft>
                <a:spcPts val="0"/>
              </a:spcAft>
              <a:buClr>
                <a:schemeClr val="dk2"/>
              </a:buClr>
              <a:buSzPts val="12000"/>
              <a:buNone/>
              <a:defRPr sz="12000">
                <a:solidFill>
                  <a:schemeClr val="dk2"/>
                </a:solidFill>
              </a:defRPr>
            </a:lvl7pPr>
            <a:lvl8pPr lvl="7">
              <a:spcBef>
                <a:spcPts val="0"/>
              </a:spcBef>
              <a:spcAft>
                <a:spcPts val="0"/>
              </a:spcAft>
              <a:buClr>
                <a:schemeClr val="dk2"/>
              </a:buClr>
              <a:buSzPts val="12000"/>
              <a:buNone/>
              <a:defRPr sz="12000">
                <a:solidFill>
                  <a:schemeClr val="dk2"/>
                </a:solidFill>
              </a:defRPr>
            </a:lvl8pPr>
            <a:lvl9pPr lvl="8">
              <a:spcBef>
                <a:spcPts val="0"/>
              </a:spcBef>
              <a:spcAft>
                <a:spcPts val="0"/>
              </a:spcAft>
              <a:buClr>
                <a:schemeClr val="dk2"/>
              </a:buClr>
              <a:buSzPts val="12000"/>
              <a:buNone/>
              <a:defRPr sz="12000">
                <a:solidFill>
                  <a:schemeClr val="dk2"/>
                </a:solidFill>
              </a:defRPr>
            </a:lvl9pPr>
          </a:lstStyle>
          <a:p>
            <a:r>
              <a:t>xx%</a:t>
            </a:r>
          </a:p>
        </p:txBody>
      </p:sp>
      <p:sp>
        <p:nvSpPr>
          <p:cNvPr id="393" name="Google Shape;393;p46"/>
          <p:cNvSpPr txBox="1"/>
          <p:nvPr>
            <p:ph idx="5" type="subTitle"/>
          </p:nvPr>
        </p:nvSpPr>
        <p:spPr>
          <a:xfrm>
            <a:off x="4654200" y="2146200"/>
            <a:ext cx="4032600" cy="548700"/>
          </a:xfrm>
          <a:prstGeom prst="rect">
            <a:avLst/>
          </a:prstGeom>
        </p:spPr>
        <p:txBody>
          <a:bodyPr anchorCtr="0" anchor="t" bIns="182875" lIns="182875" spcFirstLastPara="1" rIns="182875" wrap="square" tIns="0">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94" name="Google Shape;394;p46"/>
          <p:cNvSpPr txBox="1"/>
          <p:nvPr>
            <p:ph hasCustomPrompt="1" idx="6" type="title"/>
          </p:nvPr>
        </p:nvSpPr>
        <p:spPr>
          <a:xfrm>
            <a:off x="4654200" y="1308000"/>
            <a:ext cx="4032600" cy="762000"/>
          </a:xfrm>
          <a:prstGeom prst="rect">
            <a:avLst/>
          </a:prstGeom>
        </p:spPr>
        <p:txBody>
          <a:bodyPr anchorCtr="0" anchor="b" bIns="0" lIns="182875" spcFirstLastPara="1" rIns="182875" wrap="square" tIns="0">
            <a:norm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12000"/>
              <a:buNone/>
              <a:defRPr sz="12000">
                <a:solidFill>
                  <a:schemeClr val="dk2"/>
                </a:solidFill>
              </a:defRPr>
            </a:lvl2pPr>
            <a:lvl3pPr lvl="2">
              <a:spcBef>
                <a:spcPts val="0"/>
              </a:spcBef>
              <a:spcAft>
                <a:spcPts val="0"/>
              </a:spcAft>
              <a:buClr>
                <a:schemeClr val="dk2"/>
              </a:buClr>
              <a:buSzPts val="12000"/>
              <a:buNone/>
              <a:defRPr sz="12000">
                <a:solidFill>
                  <a:schemeClr val="dk2"/>
                </a:solidFill>
              </a:defRPr>
            </a:lvl3pPr>
            <a:lvl4pPr lvl="3">
              <a:spcBef>
                <a:spcPts val="0"/>
              </a:spcBef>
              <a:spcAft>
                <a:spcPts val="0"/>
              </a:spcAft>
              <a:buClr>
                <a:schemeClr val="dk2"/>
              </a:buClr>
              <a:buSzPts val="12000"/>
              <a:buNone/>
              <a:defRPr sz="12000">
                <a:solidFill>
                  <a:schemeClr val="dk2"/>
                </a:solidFill>
              </a:defRPr>
            </a:lvl4pPr>
            <a:lvl5pPr lvl="4">
              <a:spcBef>
                <a:spcPts val="0"/>
              </a:spcBef>
              <a:spcAft>
                <a:spcPts val="0"/>
              </a:spcAft>
              <a:buClr>
                <a:schemeClr val="dk2"/>
              </a:buClr>
              <a:buSzPts val="12000"/>
              <a:buNone/>
              <a:defRPr sz="12000">
                <a:solidFill>
                  <a:schemeClr val="dk2"/>
                </a:solidFill>
              </a:defRPr>
            </a:lvl5pPr>
            <a:lvl6pPr lvl="5">
              <a:spcBef>
                <a:spcPts val="0"/>
              </a:spcBef>
              <a:spcAft>
                <a:spcPts val="0"/>
              </a:spcAft>
              <a:buClr>
                <a:schemeClr val="dk2"/>
              </a:buClr>
              <a:buSzPts val="12000"/>
              <a:buNone/>
              <a:defRPr sz="12000">
                <a:solidFill>
                  <a:schemeClr val="dk2"/>
                </a:solidFill>
              </a:defRPr>
            </a:lvl6pPr>
            <a:lvl7pPr lvl="6">
              <a:spcBef>
                <a:spcPts val="0"/>
              </a:spcBef>
              <a:spcAft>
                <a:spcPts val="0"/>
              </a:spcAft>
              <a:buClr>
                <a:schemeClr val="dk2"/>
              </a:buClr>
              <a:buSzPts val="12000"/>
              <a:buNone/>
              <a:defRPr sz="12000">
                <a:solidFill>
                  <a:schemeClr val="dk2"/>
                </a:solidFill>
              </a:defRPr>
            </a:lvl7pPr>
            <a:lvl8pPr lvl="7">
              <a:spcBef>
                <a:spcPts val="0"/>
              </a:spcBef>
              <a:spcAft>
                <a:spcPts val="0"/>
              </a:spcAft>
              <a:buClr>
                <a:schemeClr val="dk2"/>
              </a:buClr>
              <a:buSzPts val="12000"/>
              <a:buNone/>
              <a:defRPr sz="12000">
                <a:solidFill>
                  <a:schemeClr val="dk2"/>
                </a:solidFill>
              </a:defRPr>
            </a:lvl8pPr>
            <a:lvl9pPr lvl="8">
              <a:spcBef>
                <a:spcPts val="0"/>
              </a:spcBef>
              <a:spcAft>
                <a:spcPts val="0"/>
              </a:spcAft>
              <a:buClr>
                <a:schemeClr val="dk2"/>
              </a:buClr>
              <a:buSzPts val="12000"/>
              <a:buNone/>
              <a:defRPr sz="12000">
                <a:solidFill>
                  <a:schemeClr val="dk2"/>
                </a:solidFill>
              </a:defRPr>
            </a:lvl9pPr>
          </a:lstStyle>
          <a:p>
            <a:r>
              <a:t>xx%</a:t>
            </a:r>
          </a:p>
        </p:txBody>
      </p:sp>
      <p:sp>
        <p:nvSpPr>
          <p:cNvPr id="395" name="Google Shape;395;p46"/>
          <p:cNvSpPr txBox="1"/>
          <p:nvPr>
            <p:ph idx="7" type="subTitle"/>
          </p:nvPr>
        </p:nvSpPr>
        <p:spPr>
          <a:xfrm>
            <a:off x="4654200" y="3685500"/>
            <a:ext cx="4032600" cy="548700"/>
          </a:xfrm>
          <a:prstGeom prst="rect">
            <a:avLst/>
          </a:prstGeom>
        </p:spPr>
        <p:txBody>
          <a:bodyPr anchorCtr="0" anchor="t" bIns="182875" lIns="182875" spcFirstLastPara="1" rIns="182875" wrap="square" tIns="0">
            <a:norm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sp>
        <p:nvSpPr>
          <p:cNvPr id="396" name="Google Shape;396;p46"/>
          <p:cNvSpPr txBox="1"/>
          <p:nvPr>
            <p:ph hasCustomPrompt="1" idx="8" type="title"/>
          </p:nvPr>
        </p:nvSpPr>
        <p:spPr>
          <a:xfrm>
            <a:off x="4654200" y="2847300"/>
            <a:ext cx="4032600" cy="762000"/>
          </a:xfrm>
          <a:prstGeom prst="rect">
            <a:avLst/>
          </a:prstGeom>
        </p:spPr>
        <p:txBody>
          <a:bodyPr anchorCtr="0" anchor="b" bIns="0" lIns="182875" spcFirstLastPara="1" rIns="182875" wrap="square" tIns="0">
            <a:norm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12000"/>
              <a:buNone/>
              <a:defRPr sz="12000">
                <a:solidFill>
                  <a:schemeClr val="dk2"/>
                </a:solidFill>
              </a:defRPr>
            </a:lvl2pPr>
            <a:lvl3pPr lvl="2">
              <a:spcBef>
                <a:spcPts val="0"/>
              </a:spcBef>
              <a:spcAft>
                <a:spcPts val="0"/>
              </a:spcAft>
              <a:buClr>
                <a:schemeClr val="dk2"/>
              </a:buClr>
              <a:buSzPts val="12000"/>
              <a:buNone/>
              <a:defRPr sz="12000">
                <a:solidFill>
                  <a:schemeClr val="dk2"/>
                </a:solidFill>
              </a:defRPr>
            </a:lvl3pPr>
            <a:lvl4pPr lvl="3">
              <a:spcBef>
                <a:spcPts val="0"/>
              </a:spcBef>
              <a:spcAft>
                <a:spcPts val="0"/>
              </a:spcAft>
              <a:buClr>
                <a:schemeClr val="dk2"/>
              </a:buClr>
              <a:buSzPts val="12000"/>
              <a:buNone/>
              <a:defRPr sz="12000">
                <a:solidFill>
                  <a:schemeClr val="dk2"/>
                </a:solidFill>
              </a:defRPr>
            </a:lvl4pPr>
            <a:lvl5pPr lvl="4">
              <a:spcBef>
                <a:spcPts val="0"/>
              </a:spcBef>
              <a:spcAft>
                <a:spcPts val="0"/>
              </a:spcAft>
              <a:buClr>
                <a:schemeClr val="dk2"/>
              </a:buClr>
              <a:buSzPts val="12000"/>
              <a:buNone/>
              <a:defRPr sz="12000">
                <a:solidFill>
                  <a:schemeClr val="dk2"/>
                </a:solidFill>
              </a:defRPr>
            </a:lvl5pPr>
            <a:lvl6pPr lvl="5">
              <a:spcBef>
                <a:spcPts val="0"/>
              </a:spcBef>
              <a:spcAft>
                <a:spcPts val="0"/>
              </a:spcAft>
              <a:buClr>
                <a:schemeClr val="dk2"/>
              </a:buClr>
              <a:buSzPts val="12000"/>
              <a:buNone/>
              <a:defRPr sz="12000">
                <a:solidFill>
                  <a:schemeClr val="dk2"/>
                </a:solidFill>
              </a:defRPr>
            </a:lvl6pPr>
            <a:lvl7pPr lvl="6">
              <a:spcBef>
                <a:spcPts val="0"/>
              </a:spcBef>
              <a:spcAft>
                <a:spcPts val="0"/>
              </a:spcAft>
              <a:buClr>
                <a:schemeClr val="dk2"/>
              </a:buClr>
              <a:buSzPts val="12000"/>
              <a:buNone/>
              <a:defRPr sz="12000">
                <a:solidFill>
                  <a:schemeClr val="dk2"/>
                </a:solidFill>
              </a:defRPr>
            </a:lvl7pPr>
            <a:lvl8pPr lvl="7">
              <a:spcBef>
                <a:spcPts val="0"/>
              </a:spcBef>
              <a:spcAft>
                <a:spcPts val="0"/>
              </a:spcAft>
              <a:buClr>
                <a:schemeClr val="dk2"/>
              </a:buClr>
              <a:buSzPts val="12000"/>
              <a:buNone/>
              <a:defRPr sz="12000">
                <a:solidFill>
                  <a:schemeClr val="dk2"/>
                </a:solidFill>
              </a:defRPr>
            </a:lvl8pPr>
            <a:lvl9pPr lvl="8">
              <a:spcBef>
                <a:spcPts val="0"/>
              </a:spcBef>
              <a:spcAft>
                <a:spcPts val="0"/>
              </a:spcAft>
              <a:buClr>
                <a:schemeClr val="dk2"/>
              </a:buClr>
              <a:buSzPts val="12000"/>
              <a:buNone/>
              <a:defRPr sz="12000">
                <a:solidFill>
                  <a:schemeClr val="dk2"/>
                </a:solidFill>
              </a:defRPr>
            </a:lvl9pPr>
          </a:lstStyle>
          <a:p>
            <a:r>
              <a:t>xx%</a:t>
            </a:r>
          </a:p>
        </p:txBody>
      </p:sp>
      <p:sp>
        <p:nvSpPr>
          <p:cNvPr id="397" name="Google Shape;397;p4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398" name="Google Shape;398;p46"/>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a:t>
            </a:r>
            <a:r>
              <a:rPr lang="en" sz="600">
                <a:solidFill>
                  <a:srgbClr val="9898A8"/>
                </a:solidFill>
                <a:latin typeface="Inter"/>
                <a:ea typeface="Inter"/>
                <a:cs typeface="Inter"/>
                <a:sym typeface="Inter"/>
              </a:rPr>
              <a:t>2026</a:t>
            </a:r>
            <a:r>
              <a:rPr lang="en" sz="600">
                <a:solidFill>
                  <a:srgbClr val="9898A8"/>
                </a:solidFill>
                <a:latin typeface="Inter"/>
                <a:ea typeface="Inter"/>
                <a:cs typeface="Inter"/>
                <a:sym typeface="Inter"/>
              </a:rPr>
              <a:t> tycoworks. All Rights Reserved.</a:t>
            </a:r>
            <a:endParaRPr sz="600">
              <a:solidFill>
                <a:srgbClr val="9898A8"/>
              </a:solidFill>
              <a:latin typeface="Inter"/>
              <a:ea typeface="Inter"/>
              <a:cs typeface="Inter"/>
              <a:sym typeface="Inte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1" type="blank">
  <p:cSld name="BLANK">
    <p:bg>
      <p:bgPr>
        <a:blipFill>
          <a:blip r:embed="rId2">
            <a:alphaModFix/>
          </a:blip>
          <a:stretch>
            <a:fillRect/>
          </a:stretch>
        </a:blipFill>
      </p:bgPr>
    </p:bg>
    <p:spTree>
      <p:nvGrpSpPr>
        <p:cNvPr id="444" name="Shape 444"/>
        <p:cNvGrpSpPr/>
        <p:nvPr/>
      </p:nvGrpSpPr>
      <p:grpSpPr>
        <a:xfrm>
          <a:off x="0" y="0"/>
          <a:ext cx="0" cy="0"/>
          <a:chOff x="0" y="0"/>
          <a:chExt cx="0" cy="0"/>
        </a:xfrm>
      </p:grpSpPr>
      <p:pic>
        <p:nvPicPr>
          <p:cNvPr id="445" name="Google Shape;445;p50" title="logo_logomark-9.png"/>
          <p:cNvPicPr preferRelativeResize="0"/>
          <p:nvPr/>
        </p:nvPicPr>
        <p:blipFill>
          <a:blip r:embed="rId3">
            <a:alphaModFix/>
          </a:blip>
          <a:stretch>
            <a:fillRect/>
          </a:stretch>
        </p:blipFill>
        <p:spPr>
          <a:xfrm>
            <a:off x="457199" y="4837175"/>
            <a:ext cx="197509" cy="164592"/>
          </a:xfrm>
          <a:prstGeom prst="rect">
            <a:avLst/>
          </a:prstGeom>
          <a:noFill/>
          <a:ln>
            <a:noFill/>
          </a:ln>
        </p:spPr>
      </p:pic>
      <p:sp>
        <p:nvSpPr>
          <p:cNvPr id="446" name="Google Shape;446;p5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50"/>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chemeClr val="lt2"/>
                </a:solidFill>
                <a:latin typeface="Inter"/>
                <a:ea typeface="Inter"/>
                <a:cs typeface="Inter"/>
                <a:sym typeface="Inter"/>
              </a:rPr>
              <a:t>Copyright © </a:t>
            </a:r>
            <a:r>
              <a:rPr lang="en" sz="600">
                <a:solidFill>
                  <a:schemeClr val="lt2"/>
                </a:solidFill>
                <a:latin typeface="Inter"/>
                <a:ea typeface="Inter"/>
                <a:cs typeface="Inter"/>
                <a:sym typeface="Inter"/>
              </a:rPr>
              <a:t>2026</a:t>
            </a:r>
            <a:r>
              <a:rPr lang="en" sz="600">
                <a:solidFill>
                  <a:schemeClr val="lt2"/>
                </a:solidFill>
                <a:latin typeface="Inter"/>
                <a:ea typeface="Inter"/>
                <a:cs typeface="Inter"/>
                <a:sym typeface="Inter"/>
              </a:rPr>
              <a:t> tycoworks. All Rights Reserved.</a:t>
            </a:r>
            <a:endParaRPr sz="600">
              <a:solidFill>
                <a:schemeClr val="lt2"/>
              </a:solidFill>
              <a:latin typeface="Inter"/>
              <a:ea typeface="Inter"/>
              <a:cs typeface="Inter"/>
              <a:sym typeface="Inter"/>
            </a:endParaRPr>
          </a:p>
        </p:txBody>
      </p:sp>
      <p:sp>
        <p:nvSpPr>
          <p:cNvPr id="448" name="Google Shape;448;p50"/>
          <p:cNvSpPr txBox="1"/>
          <p:nvPr>
            <p:ph idx="1" type="subTitle"/>
          </p:nvPr>
        </p:nvSpPr>
        <p:spPr>
          <a:xfrm>
            <a:off x="1856225" y="3255275"/>
            <a:ext cx="5431500" cy="1435500"/>
          </a:xfrm>
          <a:prstGeom prst="rect">
            <a:avLst/>
          </a:prstGeom>
        </p:spPr>
        <p:txBody>
          <a:bodyPr anchorCtr="0" anchor="t" bIns="0" lIns="0" spcFirstLastPara="1" rIns="0" wrap="square" tIns="0">
            <a:normAutofit/>
          </a:bodyPr>
          <a:lstStyle>
            <a:lvl1pPr lvl="0" algn="ctr">
              <a:spcBef>
                <a:spcPts val="0"/>
              </a:spcBef>
              <a:spcAft>
                <a:spcPts val="0"/>
              </a:spcAft>
              <a:buClr>
                <a:schemeClr val="lt2"/>
              </a:buClr>
              <a:buSzPts val="1400"/>
              <a:buNone/>
              <a:defRPr sz="1400">
                <a:solidFill>
                  <a:schemeClr val="lt2"/>
                </a:solidFill>
              </a:defRPr>
            </a:lvl1pPr>
            <a:lvl2pPr lvl="1"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2pPr>
            <a:lvl3pPr lvl="2"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3pPr>
            <a:lvl4pPr lvl="3"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4pPr>
            <a:lvl5pPr lvl="4"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5pPr>
            <a:lvl6pPr lvl="5"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6pPr>
            <a:lvl7pPr lvl="6"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7pPr>
            <a:lvl8pPr lvl="7"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8pPr>
            <a:lvl9pPr lvl="8" algn="ctr">
              <a:spcBef>
                <a:spcPts val="0"/>
              </a:spcBef>
              <a:spcAft>
                <a:spcPts val="0"/>
              </a:spcAft>
              <a:buClr>
                <a:schemeClr val="lt2"/>
              </a:buClr>
              <a:buSzPts val="1400"/>
              <a:buFont typeface="Inter SemiBold"/>
              <a:buNone/>
              <a:defRPr sz="1400">
                <a:solidFill>
                  <a:schemeClr val="lt2"/>
                </a:solidFill>
                <a:latin typeface="Inter SemiBold"/>
                <a:ea typeface="Inter SemiBold"/>
                <a:cs typeface="Inter SemiBold"/>
                <a:sym typeface="Inter SemiBold"/>
              </a:defRPr>
            </a:lvl9pPr>
          </a:lstStyle>
          <a:p/>
        </p:txBody>
      </p:sp>
      <p:pic>
        <p:nvPicPr>
          <p:cNvPr id="449" name="Google Shape;449;p50" title="logo_logomark-9.png"/>
          <p:cNvPicPr preferRelativeResize="0"/>
          <p:nvPr/>
        </p:nvPicPr>
        <p:blipFill>
          <a:blip r:embed="rId3">
            <a:alphaModFix/>
          </a:blip>
          <a:stretch>
            <a:fillRect/>
          </a:stretch>
        </p:blipFill>
        <p:spPr>
          <a:xfrm>
            <a:off x="4198934" y="1554103"/>
            <a:ext cx="746132" cy="621794"/>
          </a:xfrm>
          <a:prstGeom prst="rect">
            <a:avLst/>
          </a:prstGeom>
          <a:noFill/>
          <a:ln>
            <a:noFill/>
          </a:ln>
        </p:spPr>
      </p:pic>
      <p:sp>
        <p:nvSpPr>
          <p:cNvPr id="450" name="Google Shape;450;p50"/>
          <p:cNvSpPr txBox="1"/>
          <p:nvPr>
            <p:ph type="title"/>
          </p:nvPr>
        </p:nvSpPr>
        <p:spPr>
          <a:xfrm>
            <a:off x="457200" y="2481100"/>
            <a:ext cx="8229600" cy="621900"/>
          </a:xfrm>
          <a:prstGeom prst="rect">
            <a:avLst/>
          </a:prstGeom>
        </p:spPr>
        <p:txBody>
          <a:bodyPr anchorCtr="0" anchor="t" bIns="0" lIns="0" spcFirstLastPara="1" rIns="0" wrap="square" tIns="0">
            <a:spAutoFit/>
          </a:bodyPr>
          <a:lstStyle>
            <a:lvl1pPr lvl="0" algn="ctr">
              <a:spcBef>
                <a:spcPts val="0"/>
              </a:spcBef>
              <a:spcAft>
                <a:spcPts val="0"/>
              </a:spcAft>
              <a:buSzPts val="40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Box - Light">
  <p:cSld name="BLANK_2_1_1">
    <p:bg>
      <p:bgPr>
        <a:solidFill>
          <a:schemeClr val="dk1"/>
        </a:solidFill>
      </p:bgPr>
    </p:bg>
    <p:spTree>
      <p:nvGrpSpPr>
        <p:cNvPr id="472" name="Shape 472"/>
        <p:cNvGrpSpPr/>
        <p:nvPr/>
      </p:nvGrpSpPr>
      <p:grpSpPr>
        <a:xfrm>
          <a:off x="0" y="0"/>
          <a:ext cx="0" cy="0"/>
          <a:chOff x="0" y="0"/>
          <a:chExt cx="0" cy="0"/>
        </a:xfrm>
      </p:grpSpPr>
      <p:pic>
        <p:nvPicPr>
          <p:cNvPr id="473" name="Google Shape;473;p55" title="logo_logomark-9.png"/>
          <p:cNvPicPr preferRelativeResize="0"/>
          <p:nvPr/>
        </p:nvPicPr>
        <p:blipFill>
          <a:blip r:embed="rId2">
            <a:alphaModFix/>
          </a:blip>
          <a:stretch>
            <a:fillRect/>
          </a:stretch>
        </p:blipFill>
        <p:spPr>
          <a:xfrm>
            <a:off x="457199" y="4837175"/>
            <a:ext cx="197509" cy="164592"/>
          </a:xfrm>
          <a:prstGeom prst="rect">
            <a:avLst/>
          </a:prstGeom>
          <a:noFill/>
          <a:ln>
            <a:noFill/>
          </a:ln>
        </p:spPr>
      </p:pic>
      <p:sp>
        <p:nvSpPr>
          <p:cNvPr id="474" name="Google Shape;474;p55"/>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5" name="Google Shape;475;p55"/>
          <p:cNvSpPr txBox="1"/>
          <p:nvPr/>
        </p:nvSpPr>
        <p:spPr>
          <a:xfrm>
            <a:off x="4654125" y="4871000"/>
            <a:ext cx="3758400" cy="92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600">
                <a:solidFill>
                  <a:srgbClr val="9898A8"/>
                </a:solidFill>
                <a:latin typeface="Inter"/>
                <a:ea typeface="Inter"/>
                <a:cs typeface="Inter"/>
                <a:sym typeface="Inter"/>
              </a:rPr>
              <a:t>Copyright © 2026 tycoworks. All Rights Reserved.</a:t>
            </a:r>
            <a:endParaRPr sz="600">
              <a:solidFill>
                <a:srgbClr val="9898A8"/>
              </a:solidFill>
              <a:latin typeface="Inter"/>
              <a:ea typeface="Inter"/>
              <a:cs typeface="Inter"/>
              <a:sym typeface="Inter"/>
            </a:endParaRPr>
          </a:p>
        </p:txBody>
      </p:sp>
      <p:sp>
        <p:nvSpPr>
          <p:cNvPr id="476" name="Google Shape;476;p55"/>
          <p:cNvSpPr txBox="1"/>
          <p:nvPr>
            <p:ph type="title"/>
          </p:nvPr>
        </p:nvSpPr>
        <p:spPr>
          <a:xfrm>
            <a:off x="457200" y="445450"/>
            <a:ext cx="8229600" cy="5430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55"/>
          <p:cNvSpPr/>
          <p:nvPr/>
        </p:nvSpPr>
        <p:spPr>
          <a:xfrm>
            <a:off x="457150" y="1117475"/>
            <a:ext cx="8229600" cy="3434700"/>
          </a:xfrm>
          <a:prstGeom prst="roundRect">
            <a:avLst>
              <a:gd fmla="val 2699" name="adj"/>
            </a:avLst>
          </a:prstGeom>
          <a:solidFill>
            <a:srgbClr val="A78BFA">
              <a:alpha val="20000"/>
            </a:srgbClr>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8" name="Google Shape;478;p55"/>
          <p:cNvSpPr txBox="1"/>
          <p:nvPr>
            <p:ph idx="1" type="body"/>
          </p:nvPr>
        </p:nvSpPr>
        <p:spPr>
          <a:xfrm>
            <a:off x="654700" y="1301900"/>
            <a:ext cx="7815600" cy="30693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1pPr>
            <a:lvl2pPr indent="-292100" lvl="1" marL="9144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2pPr>
            <a:lvl3pPr indent="-292100" lvl="2" marL="13716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3pPr>
            <a:lvl4pPr indent="-292100" lvl="3" marL="18288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4pPr>
            <a:lvl5pPr indent="-292100" lvl="4" marL="22860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5pPr>
            <a:lvl6pPr indent="-292100" lvl="5" marL="27432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6pPr>
            <a:lvl7pPr indent="-292100" lvl="6" marL="32004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7pPr>
            <a:lvl8pPr indent="-292100" lvl="7" marL="36576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8pPr>
            <a:lvl9pPr indent="-292100" lvl="8" marL="4114800">
              <a:spcBef>
                <a:spcPts val="0"/>
              </a:spcBef>
              <a:spcAft>
                <a:spcPts val="0"/>
              </a:spcAft>
              <a:buClr>
                <a:schemeClr val="lt1"/>
              </a:buClr>
              <a:buSzPts val="1000"/>
              <a:buFont typeface="Fira Code"/>
              <a:buChar char="■"/>
              <a:defRPr sz="1000">
                <a:solidFill>
                  <a:schemeClr val="lt1"/>
                </a:solidFill>
                <a:latin typeface="Fira Code"/>
                <a:ea typeface="Fira Code"/>
                <a:cs typeface="Fira Code"/>
                <a:sym typeface="Fira Cod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3" Type="http://schemas.openxmlformats.org/officeDocument/2006/relationships/slideLayout" Target="../slideLayouts/slideLayout4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9" Type="http://schemas.openxmlformats.org/officeDocument/2006/relationships/slideLayout" Target="../slideLayouts/slideLayout9.xml"/><Relationship Id="rId49" Type="http://schemas.openxmlformats.org/officeDocument/2006/relationships/slideLayout" Target="../slideLayouts/slideLayout49.xml"/><Relationship Id="rId5" Type="http://schemas.openxmlformats.org/officeDocument/2006/relationships/slideLayout" Target="../slideLayouts/slideLayout5.xml"/><Relationship Id="rId31" Type="http://schemas.openxmlformats.org/officeDocument/2006/relationships/slideLayout" Target="../slideLayouts/slideLayout31.xml"/><Relationship Id="rId33" Type="http://schemas.openxmlformats.org/officeDocument/2006/relationships/slideLayout" Target="../slideLayouts/slideLayout33.xml"/><Relationship Id="rId35" Type="http://schemas.openxmlformats.org/officeDocument/2006/relationships/slideLayout" Target="../slideLayouts/slideLayout35.xml"/><Relationship Id="rId39" Type="http://schemas.openxmlformats.org/officeDocument/2006/relationships/slideLayout" Target="../slideLayouts/slideLayout39.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55" Type="http://schemas.openxmlformats.org/officeDocument/2006/relationships/theme" Target="../theme/theme2.xml"/><Relationship Id="rId54" Type="http://schemas.openxmlformats.org/officeDocument/2006/relationships/slideLayout" Target="../slideLayouts/slideLayout54.xml"/><Relationship Id="rId17"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57775"/>
            <a:ext cx="8229600" cy="572700"/>
          </a:xfrm>
          <a:prstGeom prst="rect">
            <a:avLst/>
          </a:prstGeom>
          <a:noFill/>
          <a:ln>
            <a:noFill/>
          </a:ln>
        </p:spPr>
        <p:txBody>
          <a:bodyPr anchorCtr="0" anchor="t" bIns="0" lIns="0" spcFirstLastPara="1" rIns="0" wrap="square" tIns="0">
            <a:spAutoFit/>
          </a:bodyPr>
          <a:lstStyle>
            <a:lvl1pPr lvl="0">
              <a:lnSpc>
                <a:spcPct val="115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2800"/>
              <a:buNone/>
              <a:defRPr sz="2800">
                <a:solidFill>
                  <a:schemeClr val="dk1"/>
                </a:solidFill>
              </a:defRPr>
            </a:lvl2pPr>
            <a:lvl3pPr lvl="2">
              <a:lnSpc>
                <a:spcPct val="115000"/>
              </a:lnSpc>
              <a:spcBef>
                <a:spcPts val="0"/>
              </a:spcBef>
              <a:spcAft>
                <a:spcPts val="0"/>
              </a:spcAft>
              <a:buClr>
                <a:schemeClr val="dk1"/>
              </a:buClr>
              <a:buSzPts val="2800"/>
              <a:buNone/>
              <a:defRPr sz="2800">
                <a:solidFill>
                  <a:schemeClr val="dk1"/>
                </a:solidFill>
              </a:defRPr>
            </a:lvl3pPr>
            <a:lvl4pPr lvl="3">
              <a:lnSpc>
                <a:spcPct val="115000"/>
              </a:lnSpc>
              <a:spcBef>
                <a:spcPts val="0"/>
              </a:spcBef>
              <a:spcAft>
                <a:spcPts val="0"/>
              </a:spcAft>
              <a:buClr>
                <a:schemeClr val="dk1"/>
              </a:buClr>
              <a:buSzPts val="2800"/>
              <a:buNone/>
              <a:defRPr sz="2800">
                <a:solidFill>
                  <a:schemeClr val="dk1"/>
                </a:solidFill>
              </a:defRPr>
            </a:lvl4pPr>
            <a:lvl5pPr lvl="4">
              <a:lnSpc>
                <a:spcPct val="115000"/>
              </a:lnSpc>
              <a:spcBef>
                <a:spcPts val="0"/>
              </a:spcBef>
              <a:spcAft>
                <a:spcPts val="0"/>
              </a:spcAft>
              <a:buClr>
                <a:schemeClr val="dk1"/>
              </a:buClr>
              <a:buSzPts val="2800"/>
              <a:buNone/>
              <a:defRPr sz="2800">
                <a:solidFill>
                  <a:schemeClr val="dk1"/>
                </a:solidFill>
              </a:defRPr>
            </a:lvl5pPr>
            <a:lvl6pPr lvl="5">
              <a:lnSpc>
                <a:spcPct val="115000"/>
              </a:lnSpc>
              <a:spcBef>
                <a:spcPts val="0"/>
              </a:spcBef>
              <a:spcAft>
                <a:spcPts val="0"/>
              </a:spcAft>
              <a:buClr>
                <a:schemeClr val="dk1"/>
              </a:buClr>
              <a:buSzPts val="2800"/>
              <a:buNone/>
              <a:defRPr sz="2800">
                <a:solidFill>
                  <a:schemeClr val="dk1"/>
                </a:solidFill>
              </a:defRPr>
            </a:lvl6pPr>
            <a:lvl7pPr lvl="6">
              <a:lnSpc>
                <a:spcPct val="115000"/>
              </a:lnSpc>
              <a:spcBef>
                <a:spcPts val="0"/>
              </a:spcBef>
              <a:spcAft>
                <a:spcPts val="0"/>
              </a:spcAft>
              <a:buClr>
                <a:schemeClr val="dk1"/>
              </a:buClr>
              <a:buSzPts val="2800"/>
              <a:buNone/>
              <a:defRPr sz="2800">
                <a:solidFill>
                  <a:schemeClr val="dk1"/>
                </a:solidFill>
              </a:defRPr>
            </a:lvl7pPr>
            <a:lvl8pPr lvl="7">
              <a:lnSpc>
                <a:spcPct val="115000"/>
              </a:lnSpc>
              <a:spcBef>
                <a:spcPts val="0"/>
              </a:spcBef>
              <a:spcAft>
                <a:spcPts val="0"/>
              </a:spcAft>
              <a:buClr>
                <a:schemeClr val="dk1"/>
              </a:buClr>
              <a:buSzPts val="2800"/>
              <a:buNone/>
              <a:defRPr sz="2800">
                <a:solidFill>
                  <a:schemeClr val="dk1"/>
                </a:solidFill>
              </a:defRPr>
            </a:lvl8pPr>
            <a:lvl9pPr lvl="8">
              <a:lnSpc>
                <a:spcPct val="115000"/>
              </a:lnSpc>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457200" y="1152475"/>
            <a:ext cx="8229600" cy="3416400"/>
          </a:xfrm>
          <a:prstGeom prst="rect">
            <a:avLst/>
          </a:prstGeom>
          <a:noFill/>
          <a:ln>
            <a:noFill/>
          </a:ln>
        </p:spPr>
        <p:txBody>
          <a:bodyPr anchorCtr="0" anchor="t" bIns="0" lIns="0" spcFirstLastPara="1" rIns="0" wrap="square" tIns="0">
            <a:normAutofit/>
          </a:bodyPr>
          <a:lstStyle>
            <a:lvl1pPr indent="-304800" lvl="0" marL="4572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1pPr>
            <a:lvl2pPr indent="-304800" lvl="1" marL="9144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2pPr>
            <a:lvl3pPr indent="-304800" lvl="2" marL="13716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3pPr>
            <a:lvl4pPr indent="-304800" lvl="3" marL="18288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4pPr>
            <a:lvl5pPr indent="-304800" lvl="4" marL="22860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5pPr>
            <a:lvl6pPr indent="-304800" lvl="5" marL="27432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6pPr>
            <a:lvl7pPr indent="-304800" lvl="6" marL="32004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7pPr>
            <a:lvl8pPr indent="-304800" lvl="7" marL="36576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8pPr>
            <a:lvl9pPr indent="-304800" lvl="8" marL="411480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9pPr>
          </a:lstStyle>
          <a:p/>
        </p:txBody>
      </p:sp>
      <p:sp>
        <p:nvSpPr>
          <p:cNvPr id="8" name="Google Shape;8;p1"/>
          <p:cNvSpPr txBox="1"/>
          <p:nvPr>
            <p:ph idx="12" type="sldNum"/>
          </p:nvPr>
        </p:nvSpPr>
        <p:spPr>
          <a:xfrm>
            <a:off x="8147304" y="4690872"/>
            <a:ext cx="539400" cy="457200"/>
          </a:xfrm>
          <a:prstGeom prst="rect">
            <a:avLst/>
          </a:prstGeom>
          <a:noFill/>
          <a:ln>
            <a:noFill/>
          </a:ln>
        </p:spPr>
        <p:txBody>
          <a:bodyPr anchorCtr="0" anchor="ctr" bIns="0" lIns="0" spcFirstLastPara="1" rIns="0" wrap="square" tIns="0">
            <a:normAutofit/>
          </a:bodyPr>
          <a:lstStyle>
            <a:lvl1pPr lvl="0" algn="r">
              <a:buNone/>
              <a:defRPr sz="700">
                <a:solidFill>
                  <a:schemeClr val="dk1"/>
                </a:solidFill>
                <a:latin typeface="Inter SemiBold"/>
                <a:ea typeface="Inter SemiBold"/>
                <a:cs typeface="Inter SemiBold"/>
                <a:sym typeface="Inter SemiBold"/>
              </a:defRPr>
            </a:lvl1pPr>
            <a:lvl2pPr lvl="1" algn="r">
              <a:buNone/>
              <a:defRPr sz="700">
                <a:solidFill>
                  <a:schemeClr val="dk1"/>
                </a:solidFill>
                <a:latin typeface="Inter SemiBold"/>
                <a:ea typeface="Inter SemiBold"/>
                <a:cs typeface="Inter SemiBold"/>
                <a:sym typeface="Inter SemiBold"/>
              </a:defRPr>
            </a:lvl2pPr>
            <a:lvl3pPr lvl="2" algn="r">
              <a:buNone/>
              <a:defRPr sz="700">
                <a:solidFill>
                  <a:schemeClr val="dk1"/>
                </a:solidFill>
                <a:latin typeface="Inter SemiBold"/>
                <a:ea typeface="Inter SemiBold"/>
                <a:cs typeface="Inter SemiBold"/>
                <a:sym typeface="Inter SemiBold"/>
              </a:defRPr>
            </a:lvl3pPr>
            <a:lvl4pPr lvl="3" algn="r">
              <a:buNone/>
              <a:defRPr sz="700">
                <a:solidFill>
                  <a:schemeClr val="dk1"/>
                </a:solidFill>
                <a:latin typeface="Inter SemiBold"/>
                <a:ea typeface="Inter SemiBold"/>
                <a:cs typeface="Inter SemiBold"/>
                <a:sym typeface="Inter SemiBold"/>
              </a:defRPr>
            </a:lvl4pPr>
            <a:lvl5pPr lvl="4" algn="r">
              <a:buNone/>
              <a:defRPr sz="700">
                <a:solidFill>
                  <a:schemeClr val="dk1"/>
                </a:solidFill>
                <a:latin typeface="Inter SemiBold"/>
                <a:ea typeface="Inter SemiBold"/>
                <a:cs typeface="Inter SemiBold"/>
                <a:sym typeface="Inter SemiBold"/>
              </a:defRPr>
            </a:lvl5pPr>
            <a:lvl6pPr lvl="5" algn="r">
              <a:buNone/>
              <a:defRPr sz="700">
                <a:solidFill>
                  <a:schemeClr val="dk1"/>
                </a:solidFill>
                <a:latin typeface="Inter SemiBold"/>
                <a:ea typeface="Inter SemiBold"/>
                <a:cs typeface="Inter SemiBold"/>
                <a:sym typeface="Inter SemiBold"/>
              </a:defRPr>
            </a:lvl6pPr>
            <a:lvl7pPr lvl="6" algn="r">
              <a:buNone/>
              <a:defRPr sz="700">
                <a:solidFill>
                  <a:schemeClr val="dk1"/>
                </a:solidFill>
                <a:latin typeface="Inter SemiBold"/>
                <a:ea typeface="Inter SemiBold"/>
                <a:cs typeface="Inter SemiBold"/>
                <a:sym typeface="Inter SemiBold"/>
              </a:defRPr>
            </a:lvl7pPr>
            <a:lvl8pPr lvl="7" algn="r">
              <a:buNone/>
              <a:defRPr sz="700">
                <a:solidFill>
                  <a:schemeClr val="dk1"/>
                </a:solidFill>
                <a:latin typeface="Inter SemiBold"/>
                <a:ea typeface="Inter SemiBold"/>
                <a:cs typeface="Inter SemiBold"/>
                <a:sym typeface="Inter SemiBold"/>
              </a:defRPr>
            </a:lvl8pPr>
            <a:lvl9pPr lvl="8" algn="r">
              <a:buNone/>
              <a:defRPr sz="700">
                <a:solidFill>
                  <a:schemeClr val="dk1"/>
                </a:solidFill>
                <a:latin typeface="Inter SemiBold"/>
                <a:ea typeface="Inter SemiBold"/>
                <a:cs typeface="Inter SemiBold"/>
                <a:sym typeface="Inter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2" r:id="rId5"/>
    <p:sldLayoutId id="2147483656" r:id="rId9"/>
    <p:sldLayoutId id="2147483658" r:id="rId11"/>
    <p:sldLayoutId id="2147483664" r:id="rId17"/>
    <p:sldLayoutId id="2147483674" r:id="rId27"/>
    <p:sldLayoutId id="2147483676" r:id="rId29"/>
    <p:sldLayoutId id="2147483678" r:id="rId31"/>
    <p:sldLayoutId id="2147483680" r:id="rId33"/>
    <p:sldLayoutId id="2147483682" r:id="rId35"/>
    <p:sldLayoutId id="2147483686" r:id="rId39"/>
    <p:sldLayoutId id="2147483690" r:id="rId43"/>
    <p:sldLayoutId id="2147483692" r:id="rId45"/>
    <p:sldLayoutId id="2147483696" r:id="rId49"/>
    <p:sldLayoutId id="2147483701" r:id="rId5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9898A8"/>
          </p15:clr>
        </p15:guide>
        <p15:guide id="2" pos="628">
          <p15:clr>
            <a:srgbClr val="9898A8"/>
          </p15:clr>
        </p15:guide>
        <p15:guide id="3" pos="732">
          <p15:clr>
            <a:srgbClr val="9898A8"/>
          </p15:clr>
        </p15:guide>
        <p15:guide id="4" pos="1066">
          <p15:clr>
            <a:srgbClr val="9898A8"/>
          </p15:clr>
        </p15:guide>
        <p15:guide id="5" pos="1169">
          <p15:clr>
            <a:srgbClr val="9898A8"/>
          </p15:clr>
        </p15:guide>
        <p15:guide id="6" pos="1503">
          <p15:clr>
            <a:srgbClr val="9898A8"/>
          </p15:clr>
        </p15:guide>
        <p15:guide id="7" pos="1613">
          <p15:clr>
            <a:srgbClr val="9898A8"/>
          </p15:clr>
        </p15:guide>
        <p15:guide id="8" pos="1947">
          <p15:clr>
            <a:srgbClr val="9898A8"/>
          </p15:clr>
        </p15:guide>
        <p15:guide id="9" pos="2051">
          <p15:clr>
            <a:srgbClr val="9898A8"/>
          </p15:clr>
        </p15:guide>
        <p15:guide id="10" pos="2390">
          <p15:clr>
            <a:srgbClr val="9898A8"/>
          </p15:clr>
        </p15:guide>
        <p15:guide id="11" pos="2488">
          <p15:clr>
            <a:srgbClr val="9898A8"/>
          </p15:clr>
        </p15:guide>
        <p15:guide id="12" pos="2828">
          <p15:clr>
            <a:srgbClr val="9898A8"/>
          </p15:clr>
        </p15:guide>
        <p15:guide id="13" pos="2932">
          <p15:clr>
            <a:srgbClr val="9898A8"/>
          </p15:clr>
        </p15:guide>
        <p15:guide id="14" pos="3272">
          <p15:clr>
            <a:srgbClr val="9898A8"/>
          </p15:clr>
        </p15:guide>
        <p15:guide id="15" pos="3375">
          <p15:clr>
            <a:srgbClr val="9898A8"/>
          </p15:clr>
        </p15:guide>
        <p15:guide id="16" pos="3709">
          <p15:clr>
            <a:srgbClr val="9898A8"/>
          </p15:clr>
        </p15:guide>
        <p15:guide id="17" pos="3813">
          <p15:clr>
            <a:srgbClr val="9898A8"/>
          </p15:clr>
        </p15:guide>
        <p15:guide id="18" pos="4147">
          <p15:clr>
            <a:srgbClr val="9898A8"/>
          </p15:clr>
        </p15:guide>
        <p15:guide id="19" pos="4257">
          <p15:clr>
            <a:srgbClr val="9898A8"/>
          </p15:clr>
        </p15:guide>
        <p15:guide id="20" pos="4591">
          <p15:clr>
            <a:srgbClr val="9898A8"/>
          </p15:clr>
        </p15:guide>
        <p15:guide id="21" pos="4694">
          <p15:clr>
            <a:srgbClr val="9898A8"/>
          </p15:clr>
        </p15:guide>
        <p15:guide id="22" pos="5034">
          <p15:clr>
            <a:srgbClr val="9898A8"/>
          </p15:clr>
        </p15:guide>
        <p15:guide id="23" pos="5132">
          <p15:clr>
            <a:srgbClr val="9898A8"/>
          </p15:clr>
        </p15:guide>
        <p15:guide id="24" pos="5472">
          <p15:clr>
            <a:srgbClr val="9898A8"/>
          </p15:clr>
        </p15:guide>
        <p15:guide id="25" orient="horz" pos="288">
          <p15:clr>
            <a:srgbClr val="9898A8"/>
          </p15:clr>
        </p15:guide>
        <p15:guide id="26" orient="horz" pos="1619">
          <p15:clr>
            <a:srgbClr val="9898A8"/>
          </p15:clr>
        </p15:guide>
        <p15:guide id="27" orient="horz" pos="2955">
          <p15:clr>
            <a:srgbClr val="9898A8"/>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6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 Id="rId3" Type="http://schemas.openxmlformats.org/officeDocument/2006/relationships/image" Target="../media/image6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6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6"/>
          <p:cNvSpPr txBox="1"/>
          <p:nvPr>
            <p:ph type="ctrTitle"/>
          </p:nvPr>
        </p:nvSpPr>
        <p:spPr>
          <a:xfrm>
            <a:off x="457200" y="744575"/>
            <a:ext cx="8229600" cy="21357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
              <a:t>Lorem ipsum dolor</a:t>
            </a:r>
            <a:r>
              <a:rPr lang="en"/>
              <a:t/>
            </a:r>
            <a:r>
              <a:rPr lang="en"/>
              <a:t> sit amet</a:t>
            </a:r>
            <a:endParaRPr/>
          </a:p>
        </p:txBody>
      </p:sp>
      <p:sp>
        <p:nvSpPr>
          <p:cNvPr id="484" name="Google Shape;484;p56"/>
          <p:cNvSpPr txBox="1"/>
          <p:nvPr>
            <p:ph idx="1" type="subTitle"/>
          </p:nvPr>
        </p:nvSpPr>
        <p:spPr>
          <a:xfrm>
            <a:off x="457200" y="3108875"/>
            <a:ext cx="8229600" cy="1581900"/>
          </a:xfrm>
          <a:prstGeom prst="rect">
            <a:avLst/>
          </a:prstGeom>
        </p:spPr>
        <p:txBody>
          <a:bodyPr anchorCtr="0" anchor="t" bIns="0" lIns="0" spcFirstLastPara="1" rIns="0" wrap="square" tIns="0">
            <a:normAutofit/>
          </a:bodyPr>
          <a:lstStyle/>
          <a:p>
            <a:pPr indent="0" lvl="0" marL="0" rtl="0" algn="l">
              <a:lnSpc>
                <a:spcPct val="115000"/>
              </a:lnSpc>
              <a:spcBef>
                <a:spcPts val="0"/>
              </a:spcBef>
              <a:spcAft>
                <a:spcPts val="0"/>
              </a:spcAft>
              <a:buNone/>
            </a:pPr>
            <a:r>
              <a:rPr lang="en"/>
              <a:t>Firstname Lastname</a:t>
            </a:r>
            <a:endParaRPr/>
          </a:p>
          <a:p>
            <a:pPr indent="0" lvl="0" marL="0" rtl="0" algn="l">
              <a:lnSpc>
                <a:spcPct val="115000"/>
              </a:lnSpc>
              <a:spcBef>
                <a:spcPts val="0"/>
              </a:spcBef>
              <a:spcAft>
                <a:spcPts val="0"/>
              </a:spcAft>
              <a:buNone/>
            </a:pPr>
            <a:r>
              <a:rPr i="1" lang="en" sz="1400">
                <a:solidFill>
                  <a:schemeClr val="lt2"/>
                </a:solidFill>
              </a:rPr>
              <a:t>Job Title</a:t>
            </a:r>
            <a:endParaRPr i="1" sz="14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5" name="Shape 495"/>
        <p:cNvGrpSpPr/>
        <p:nvPr/>
      </p:nvGrpSpPr>
      <p:grpSpPr>
        <a:xfrm>
          <a:off x="0" y="0"/>
          <a:ext cx="0" cy="0"/>
          <a:chOff x="0" y="0"/>
          <a:chExt cx="0" cy="0"/>
        </a:xfrm>
      </p:grpSpPr>
      <p:sp>
        <p:nvSpPr>
          <p:cNvPr id="496" name="Google Shape;496;p58"/>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Agenda</a:t>
            </a:r>
            <a:endParaRPr/>
          </a:p>
        </p:txBody>
      </p:sp>
      <p:sp>
        <p:nvSpPr>
          <p:cNvPr id="497" name="Google Shape;497;p58"/>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98" name="Google Shape;498;p58"/>
          <p:cNvSpPr txBox="1"/>
          <p:nvPr>
            <p:ph idx="1" type="body"/>
          </p:nvPr>
        </p:nvSpPr>
        <p:spPr>
          <a:xfrm>
            <a:off x="457200" y="888300"/>
            <a:ext cx="8229600" cy="3802800"/>
          </a:xfrm>
          <a:prstGeom prst="rect">
            <a:avLst/>
          </a:prstGeom>
        </p:spPr>
        <p:txBody>
          <a:bodyPr anchorCtr="0" anchor="ctr" bIns="0" lIns="0" spcFirstLastPara="1" rIns="0" wrap="square" tIns="0">
            <a:noAutofit/>
          </a:bodyPr>
          <a:lstStyle/>
          <a:p>
            <a:pPr indent="-330200" lvl="0" marL="457200" rtl="0" algn="l">
              <a:lnSpc>
                <a:spcPct val="200000"/>
              </a:lnSpc>
              <a:spcBef>
                <a:spcPts val="0"/>
              </a:spcBef>
              <a:spcAft>
                <a:spcPts val="0"/>
              </a:spcAft>
              <a:buSzPts val="1600"/>
              <a:buChar char="●"/>
            </a:pPr>
            <a:r>
              <a:rPr lang="en" sz="1600"/>
              <a:t>Section one title that can be quite long</a:t>
            </a:r>
            <a:endParaRPr sz="1600"/>
          </a:p>
          <a:p>
            <a:pPr indent="-330200" lvl="0" marL="457200" rtl="0" algn="l">
              <a:lnSpc>
                <a:spcPct val="200000"/>
              </a:lnSpc>
              <a:spcBef>
                <a:spcPts val="0"/>
              </a:spcBef>
              <a:spcAft>
                <a:spcPts val="0"/>
              </a:spcAft>
              <a:buSzPts val="1600"/>
              <a:buChar char="●"/>
            </a:pPr>
            <a:r>
              <a:rPr lang="en" sz="1600"/>
              <a:t>Section two title that can be quite long</a:t>
            </a:r>
            <a:endParaRPr sz="1600"/>
          </a:p>
          <a:p>
            <a:pPr indent="-330200" lvl="0" marL="457200" rtl="0" algn="l">
              <a:lnSpc>
                <a:spcPct val="200000"/>
              </a:lnSpc>
              <a:spcBef>
                <a:spcPts val="0"/>
              </a:spcBef>
              <a:spcAft>
                <a:spcPts val="0"/>
              </a:spcAft>
              <a:buSzPts val="1600"/>
              <a:buChar char="●"/>
            </a:pPr>
            <a:r>
              <a:rPr lang="en" sz="1600"/>
              <a:t>Section three title that can be quite long</a:t>
            </a:r>
            <a:endParaRPr sz="1600"/>
          </a:p>
          <a:p>
            <a:pPr indent="-330200" lvl="0" marL="457200" rtl="0" algn="l">
              <a:lnSpc>
                <a:spcPct val="200000"/>
              </a:lnSpc>
              <a:spcBef>
                <a:spcPts val="0"/>
              </a:spcBef>
              <a:spcAft>
                <a:spcPts val="0"/>
              </a:spcAft>
              <a:buSzPts val="1600"/>
              <a:buChar char="●"/>
            </a:pPr>
            <a:r>
              <a:rPr lang="en" sz="1600"/>
              <a:t>Section four title that can be quite long</a:t>
            </a:r>
            <a:endParaRPr sz="1600"/>
          </a:p>
          <a:p>
            <a:pPr indent="-330200" lvl="0" marL="457200" rtl="0" algn="l">
              <a:lnSpc>
                <a:spcPct val="200000"/>
              </a:lnSpc>
              <a:spcBef>
                <a:spcPts val="0"/>
              </a:spcBef>
              <a:spcAft>
                <a:spcPts val="0"/>
              </a:spcAft>
              <a:buSzPts val="1600"/>
              <a:buChar char="●"/>
            </a:pPr>
            <a:r>
              <a:rPr lang="en" sz="1600"/>
              <a:t>Section five title that can be quite long</a:t>
            </a:r>
            <a:endParaRPr sz="1600"/>
          </a:p>
          <a:p>
            <a:pPr indent="-330200" lvl="0" marL="457200" rtl="0" algn="l">
              <a:lnSpc>
                <a:spcPct val="200000"/>
              </a:lnSpc>
              <a:spcBef>
                <a:spcPts val="0"/>
              </a:spcBef>
              <a:spcAft>
                <a:spcPts val="0"/>
              </a:spcAft>
              <a:buSzPts val="1600"/>
              <a:buChar char="●"/>
            </a:pPr>
            <a:r>
              <a:rPr lang="en" sz="1600"/>
              <a:t>Section six title that can be quite long</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1"/>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61"/>
          <p:cNvSpPr txBox="1"/>
          <p:nvPr>
            <p:ph type="title"/>
          </p:nvPr>
        </p:nvSpPr>
        <p:spPr>
          <a:xfrm>
            <a:off x="1156800" y="1363200"/>
            <a:ext cx="6830400" cy="21123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Section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6"/>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a:t>
            </a:r>
            <a:endParaRPr/>
          </a:p>
        </p:txBody>
      </p:sp>
      <p:sp>
        <p:nvSpPr>
          <p:cNvPr id="572" name="Google Shape;572;p66"/>
          <p:cNvSpPr txBox="1"/>
          <p:nvPr>
            <p:ph idx="1" type="body"/>
          </p:nvPr>
        </p:nvSpPr>
        <p:spPr>
          <a:xfrm>
            <a:off x="457200" y="1152475"/>
            <a:ext cx="8229600" cy="3124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Lorem ipsum dolor sit amet, consectetur adipiscing elit, sed do eiusmod tempor incididunt ut labore et dolore magna aliqua. Ut enim ad minim veniam, quis nostrud exercitation ullamco laboris nisi ut aliquip.</a:t>
            </a:r>
            <a:endParaRPr/>
          </a:p>
          <a:p>
            <a:pPr indent="-304800" lvl="0" marL="457200" rtl="0" algn="l">
              <a:spcBef>
                <a:spcPts val="1200"/>
              </a:spcBef>
              <a:spcAft>
                <a:spcPts val="0"/>
              </a:spcAft>
              <a:buSzPts val="1200"/>
              <a:buChar char="●"/>
            </a:pPr>
            <a:r>
              <a:rPr lang="en"/>
              <a:t>Ex ea commodo consequat. Duis aute irure dolor in reprehenderit in voluptate velit esse cillum dolore eu fugiat nulla pariatur. Excepteur sint occaecat cupidatat non proident.</a:t>
            </a:r>
            <a:endParaRPr/>
          </a:p>
          <a:p>
            <a:pPr indent="-304800" lvl="1" marL="914400" rtl="0" algn="l">
              <a:spcBef>
                <a:spcPts val="500"/>
              </a:spcBef>
              <a:spcAft>
                <a:spcPts val="0"/>
              </a:spcAft>
              <a:buSzPts val="1200"/>
              <a:buChar char="○"/>
            </a:pPr>
            <a:r>
              <a:rPr lang="en"/>
              <a:t>Sunt in culpa qui officia deserunt mollit anim id est laborum</a:t>
            </a:r>
            <a:endParaRPr/>
          </a:p>
          <a:p>
            <a:pPr indent="-304800" lvl="2" marL="1371600" rtl="0" algn="l">
              <a:spcBef>
                <a:spcPts val="500"/>
              </a:spcBef>
              <a:spcAft>
                <a:spcPts val="0"/>
              </a:spcAft>
              <a:buSzPts val="1200"/>
              <a:buChar char="■"/>
            </a:pPr>
            <a:r>
              <a:rPr lang="en"/>
              <a:t>Sed ut perspiciatis unde omnis iste natus error sit voluptatem</a:t>
            </a:r>
            <a:endParaRPr/>
          </a:p>
          <a:p>
            <a:pPr indent="-304800" lvl="3" marL="1828800" rtl="0" algn="l">
              <a:spcBef>
                <a:spcPts val="500"/>
              </a:spcBef>
              <a:spcAft>
                <a:spcPts val="0"/>
              </a:spcAft>
              <a:buSzPts val="1200"/>
              <a:buChar char="●"/>
            </a:pPr>
            <a:r>
              <a:rPr lang="en"/>
              <a:t>Ut enim ad minim veniam, quis nostrud exercitation ullamco </a:t>
            </a:r>
            <a:endParaRPr/>
          </a:p>
          <a:p>
            <a:pPr indent="-304800" lvl="0" marL="457200" rtl="0" algn="l">
              <a:spcBef>
                <a:spcPts val="500"/>
              </a:spcBef>
              <a:spcAft>
                <a:spcPts val="0"/>
              </a:spcAft>
              <a:buSzPts val="1200"/>
              <a:buChar char="●"/>
            </a:pPr>
            <a:r>
              <a:rPr lang="en"/>
              <a:t>Laboris nisi ut aliquip ex ea commodo consequat duis aute irure dolor in reprehenderit in voluptate velit esse. Cillum dolore eu fugiat nulla pariatur.</a:t>
            </a:r>
            <a:endParaRPr/>
          </a:p>
          <a:p>
            <a:pPr indent="-304800" lvl="1" marL="914400" rtl="0" algn="l">
              <a:spcBef>
                <a:spcPts val="500"/>
              </a:spcBef>
              <a:spcAft>
                <a:spcPts val="0"/>
              </a:spcAft>
              <a:buSzPts val="1200"/>
              <a:buChar char="○"/>
            </a:pPr>
            <a:r>
              <a:rPr lang="en"/>
              <a:t>Excepteur sint occaecat cupidatat non proident</a:t>
            </a:r>
            <a:endParaRPr/>
          </a:p>
          <a:p>
            <a:pPr indent="-304800" lvl="2" marL="1371600" rtl="0" algn="l">
              <a:spcBef>
                <a:spcPts val="500"/>
              </a:spcBef>
              <a:spcAft>
                <a:spcPts val="0"/>
              </a:spcAft>
              <a:buSzPts val="1200"/>
              <a:buChar char="■"/>
            </a:pPr>
            <a:r>
              <a:rPr lang="en"/>
              <a:t>Accusantium doloremque laudantium, totam rem aperiam</a:t>
            </a:r>
            <a:endParaRPr/>
          </a:p>
          <a:p>
            <a:pPr indent="-304800" lvl="3" marL="1828800" rtl="0" algn="l">
              <a:spcBef>
                <a:spcPts val="500"/>
              </a:spcBef>
              <a:spcAft>
                <a:spcPts val="500"/>
              </a:spcAft>
              <a:buSzPts val="1200"/>
              <a:buChar char="●"/>
            </a:pPr>
            <a:r>
              <a:rPr lang="en"/>
              <a:t>Sunt in culpa qui officia deserunt mollit anim id est laborum</a:t>
            </a:r>
            <a:endParaRPr/>
          </a:p>
        </p:txBody>
      </p:sp>
      <p:sp>
        <p:nvSpPr>
          <p:cNvPr id="573" name="Google Shape;573;p6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0"/>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Two column</a:t>
            </a:r>
            <a:endParaRPr/>
          </a:p>
        </p:txBody>
      </p:sp>
      <p:sp>
        <p:nvSpPr>
          <p:cNvPr id="603" name="Google Shape;603;p7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04" name="Google Shape;604;p70"/>
          <p:cNvSpPr txBox="1"/>
          <p:nvPr>
            <p:ph idx="2" type="body"/>
          </p:nvPr>
        </p:nvSpPr>
        <p:spPr>
          <a:xfrm>
            <a:off x="4654300" y="1152475"/>
            <a:ext cx="4032600" cy="2616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accent6"/>
              </a:buClr>
              <a:buSzPts val="1100"/>
              <a:buFont typeface="Arial"/>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 quis nostrud exercitation ullamco </a:t>
            </a:r>
            <a:endParaRPr/>
          </a:p>
          <a:p>
            <a:pPr indent="-304800" lvl="0" marL="457200" rtl="0" algn="l">
              <a:spcBef>
                <a:spcPts val="0"/>
              </a:spcBef>
              <a:spcAft>
                <a:spcPts val="0"/>
              </a:spcAft>
              <a:buSzPts val="1200"/>
              <a:buChar char="●"/>
            </a:pPr>
            <a:r>
              <a:rPr lang="en"/>
              <a:t>Laboris nisi ut aliquip ex ea commodo consequat</a:t>
            </a:r>
            <a:endParaRPr/>
          </a:p>
          <a:p>
            <a:pPr indent="-304800" lvl="0" marL="457200" rtl="0" algn="l">
              <a:spcBef>
                <a:spcPts val="0"/>
              </a:spcBef>
              <a:spcAft>
                <a:spcPts val="0"/>
              </a:spcAft>
              <a:buSzPts val="1200"/>
              <a:buChar char="●"/>
            </a:pPr>
            <a:r>
              <a:rPr lang="en"/>
              <a:t>Duis aute irure dolor in reprehenderit in voluptate velit esse</a:t>
            </a:r>
            <a:endParaRPr/>
          </a:p>
          <a:p>
            <a:pPr indent="0" lvl="0" marL="0" rtl="0" algn="l">
              <a:spcBef>
                <a:spcPts val="1200"/>
              </a:spcBef>
              <a:spcAft>
                <a:spcPts val="1200"/>
              </a:spcAft>
              <a:buNone/>
            </a:pPr>
            <a:r>
              <a:rPr lang="en"/>
              <a:t>Cillum dolore eu fugiat nulla pariatur. Excepteur sint occaecat cupidatat non proident, sunt in culpa qui officia deserunt mollit anim id est laborum.</a:t>
            </a:r>
            <a:endParaRPr/>
          </a:p>
        </p:txBody>
      </p:sp>
      <p:sp>
        <p:nvSpPr>
          <p:cNvPr id="605" name="Google Shape;605;p70"/>
          <p:cNvSpPr txBox="1"/>
          <p:nvPr>
            <p:ph idx="1" type="body"/>
          </p:nvPr>
        </p:nvSpPr>
        <p:spPr>
          <a:xfrm>
            <a:off x="457200" y="1152475"/>
            <a:ext cx="4032600" cy="2616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 quis nostrud exercitation ullamco </a:t>
            </a:r>
            <a:endParaRPr/>
          </a:p>
          <a:p>
            <a:pPr indent="-304800" lvl="0" marL="457200" rtl="0" algn="l">
              <a:spcBef>
                <a:spcPts val="0"/>
              </a:spcBef>
              <a:spcAft>
                <a:spcPts val="0"/>
              </a:spcAft>
              <a:buSzPts val="1200"/>
              <a:buChar char="●"/>
            </a:pPr>
            <a:r>
              <a:rPr lang="en"/>
              <a:t>Laboris nisi ut aliquip ex ea commodo consequat</a:t>
            </a:r>
            <a:endParaRPr/>
          </a:p>
          <a:p>
            <a:pPr indent="-304800" lvl="0" marL="457200" rtl="0" algn="l">
              <a:spcBef>
                <a:spcPts val="0"/>
              </a:spcBef>
              <a:spcAft>
                <a:spcPts val="0"/>
              </a:spcAft>
              <a:buSzPts val="1200"/>
              <a:buChar char="●"/>
            </a:pPr>
            <a:r>
              <a:rPr lang="en"/>
              <a:t>Duis aute irure dolor in reprehenderit in voluptate velit esse</a:t>
            </a:r>
            <a:endParaRPr/>
          </a:p>
          <a:p>
            <a:pPr indent="0" lvl="0" marL="0" rtl="0" algn="l">
              <a:spcBef>
                <a:spcPts val="1200"/>
              </a:spcBef>
              <a:spcAft>
                <a:spcPts val="1200"/>
              </a:spcAft>
              <a:buNone/>
            </a:pPr>
            <a:r>
              <a:rPr lang="en"/>
              <a:t>Cillum dolore eu fugiat nulla pariatur. Excepteur sint occaecat cupidatat non proident, sunt in culpa qui officia deserunt mollit anim id est laborum.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2"/>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Two column icons</a:t>
            </a:r>
            <a:endParaRPr/>
          </a:p>
        </p:txBody>
      </p:sp>
      <p:sp>
        <p:nvSpPr>
          <p:cNvPr id="621" name="Google Shape;621;p72"/>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22" name="Google Shape;622;p72"/>
          <p:cNvSpPr txBox="1"/>
          <p:nvPr>
            <p:ph idx="1" type="body"/>
          </p:nvPr>
        </p:nvSpPr>
        <p:spPr>
          <a:xfrm>
            <a:off x="841250" y="1243575"/>
            <a:ext cx="3648600" cy="2829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accent6"/>
              </a:buClr>
              <a:buSzPts val="1100"/>
              <a:buFont typeface="Arial"/>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 quis nostrud exercitation ullamco </a:t>
            </a:r>
            <a:endParaRPr/>
          </a:p>
          <a:p>
            <a:pPr indent="-304800" lvl="0" marL="457200" rtl="0" algn="l">
              <a:spcBef>
                <a:spcPts val="0"/>
              </a:spcBef>
              <a:spcAft>
                <a:spcPts val="0"/>
              </a:spcAft>
              <a:buSzPts val="1200"/>
              <a:buChar char="●"/>
            </a:pPr>
            <a:r>
              <a:rPr lang="en"/>
              <a:t>Laboris nisi ut aliquip ex ea commodo consequat</a:t>
            </a:r>
            <a:endParaRPr/>
          </a:p>
          <a:p>
            <a:pPr indent="-304800" lvl="0" marL="457200" rtl="0" algn="l">
              <a:spcBef>
                <a:spcPts val="0"/>
              </a:spcBef>
              <a:spcAft>
                <a:spcPts val="0"/>
              </a:spcAft>
              <a:buSzPts val="1200"/>
              <a:buChar char="●"/>
            </a:pPr>
            <a:r>
              <a:rPr lang="en"/>
              <a:t>Duis aute irure dolor in reprehenderit in voluptate velit esse</a:t>
            </a:r>
            <a:endParaRPr/>
          </a:p>
          <a:p>
            <a:pPr indent="0" lvl="0" marL="0" rtl="0" algn="l">
              <a:spcBef>
                <a:spcPts val="1200"/>
              </a:spcBef>
              <a:spcAft>
                <a:spcPts val="1200"/>
              </a:spcAft>
              <a:buNone/>
            </a:pPr>
            <a:r>
              <a:rPr lang="en"/>
              <a:t>Cillum dolore eu fugiat nulla pariatur. Excepteur sint occaecat cupidatat non proident, sunt in culpa qui officia deserunt mollit anim id est laborum.</a:t>
            </a:r>
            <a:endParaRPr/>
          </a:p>
        </p:txBody>
      </p:sp>
      <p:sp>
        <p:nvSpPr>
          <p:cNvPr id="623" name="Google Shape;623;p72"/>
          <p:cNvSpPr txBox="1"/>
          <p:nvPr>
            <p:ph idx="2" type="body"/>
          </p:nvPr>
        </p:nvSpPr>
        <p:spPr>
          <a:xfrm>
            <a:off x="5038100" y="1243575"/>
            <a:ext cx="3648600" cy="2829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accent6"/>
              </a:buClr>
              <a:buSzPts val="1100"/>
              <a:buFont typeface="Arial"/>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 quis nostrud exercitation ullamco </a:t>
            </a:r>
            <a:endParaRPr/>
          </a:p>
          <a:p>
            <a:pPr indent="-304800" lvl="0" marL="457200" rtl="0" algn="l">
              <a:spcBef>
                <a:spcPts val="0"/>
              </a:spcBef>
              <a:spcAft>
                <a:spcPts val="0"/>
              </a:spcAft>
              <a:buSzPts val="1200"/>
              <a:buChar char="●"/>
            </a:pPr>
            <a:r>
              <a:rPr lang="en"/>
              <a:t>Laboris nisi ut aliquip ex ea commodo consequat</a:t>
            </a:r>
            <a:endParaRPr/>
          </a:p>
          <a:p>
            <a:pPr indent="-304800" lvl="0" marL="457200" rtl="0" algn="l">
              <a:spcBef>
                <a:spcPts val="0"/>
              </a:spcBef>
              <a:spcAft>
                <a:spcPts val="0"/>
              </a:spcAft>
              <a:buSzPts val="1200"/>
              <a:buChar char="●"/>
            </a:pPr>
            <a:r>
              <a:rPr lang="en"/>
              <a:t>Duis aute irure dolor in reprehenderit in voluptate velit esse</a:t>
            </a:r>
            <a:endParaRPr/>
          </a:p>
          <a:p>
            <a:pPr indent="0" lvl="0" marL="0" rtl="0" algn="l">
              <a:spcBef>
                <a:spcPts val="1200"/>
              </a:spcBef>
              <a:spcAft>
                <a:spcPts val="1200"/>
              </a:spcAft>
              <a:buNone/>
            </a:pPr>
            <a:r>
              <a:rPr lang="en"/>
              <a:t>Cillum dolore eu fugiat nulla pariatur. Excepteur sint occaecat cupidatat non proident, sunt in culpa qui officia deserunt mollit anim id est laborum.</a:t>
            </a:r>
            <a:endParaRPr/>
          </a:p>
        </p:txBody>
      </p:sp>
      <p:pic>
        <p:nvPicPr>
          <p:cNvPr id="624" name="Google Shape;624;p72" title="person_search.png"/>
          <p:cNvPicPr preferRelativeResize="0"/>
          <p:nvPr/>
        </p:nvPicPr>
        <p:blipFill rotWithShape="1">
          <a:blip r:embed="rId3">
            <a:alphaModFix/>
          </a:blip>
          <a:srcRect b="0" l="0" r="0" t="0"/>
          <a:stretch/>
        </p:blipFill>
        <p:spPr>
          <a:xfrm>
            <a:off x="457200" y="1198813"/>
            <a:ext cx="274320" cy="274320"/>
          </a:xfrm>
          <a:prstGeom prst="rect">
            <a:avLst/>
          </a:prstGeom>
          <a:noFill/>
          <a:ln>
            <a:noFill/>
          </a:ln>
        </p:spPr>
      </p:pic>
      <p:pic>
        <p:nvPicPr>
          <p:cNvPr id="625" name="Google Shape;625;p72" title="nat.png"/>
          <p:cNvPicPr preferRelativeResize="0"/>
          <p:nvPr/>
        </p:nvPicPr>
        <p:blipFill rotWithShape="1">
          <a:blip r:embed="rId4">
            <a:alphaModFix/>
          </a:blip>
          <a:srcRect b="0" l="0" r="0" t="0"/>
          <a:stretch/>
        </p:blipFill>
        <p:spPr>
          <a:xfrm>
            <a:off x="4654288" y="1198813"/>
            <a:ext cx="274320" cy="2743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8"/>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Three column</a:t>
            </a:r>
            <a:endParaRPr/>
          </a:p>
        </p:txBody>
      </p:sp>
      <p:sp>
        <p:nvSpPr>
          <p:cNvPr id="684" name="Google Shape;684;p78"/>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85" name="Google Shape;685;p78"/>
          <p:cNvSpPr txBox="1"/>
          <p:nvPr>
            <p:ph idx="2" type="body"/>
          </p:nvPr>
        </p:nvSpPr>
        <p:spPr>
          <a:xfrm>
            <a:off x="3255300" y="1152475"/>
            <a:ext cx="2633400" cy="2616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accent6"/>
              </a:buClr>
              <a:buSzPts val="1100"/>
              <a:buFont typeface="Arial"/>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a:t>
            </a:r>
            <a:endParaRPr/>
          </a:p>
          <a:p>
            <a:pPr indent="-304800" lvl="0" marL="457200" rtl="0" algn="l">
              <a:spcBef>
                <a:spcPts val="0"/>
              </a:spcBef>
              <a:spcAft>
                <a:spcPts val="0"/>
              </a:spcAft>
              <a:buSzPts val="1200"/>
              <a:buChar char="●"/>
            </a:pPr>
            <a:r>
              <a:rPr lang="en"/>
              <a:t>Quis nostrud exercitation </a:t>
            </a:r>
            <a:endParaRPr/>
          </a:p>
          <a:p>
            <a:pPr indent="-304800" lvl="0" marL="457200" rtl="0" algn="l">
              <a:spcBef>
                <a:spcPts val="0"/>
              </a:spcBef>
              <a:spcAft>
                <a:spcPts val="0"/>
              </a:spcAft>
              <a:buSzPts val="1200"/>
              <a:buChar char="●"/>
            </a:pPr>
            <a:r>
              <a:rPr lang="en"/>
              <a:t>Ullamco laboris nisi ut aliquip </a:t>
            </a:r>
            <a:endParaRPr/>
          </a:p>
          <a:p>
            <a:pPr indent="0" lvl="0" marL="0" rtl="0" algn="l">
              <a:spcBef>
                <a:spcPts val="1200"/>
              </a:spcBef>
              <a:spcAft>
                <a:spcPts val="1200"/>
              </a:spcAft>
              <a:buNone/>
            </a:pPr>
            <a:r>
              <a:rPr lang="en"/>
              <a:t>Ex ea commodo consequat. Duis aute irure dolor in reprehenderit in voluptate velit esse cillum dolore eu fugiat nulla pariatur.</a:t>
            </a:r>
            <a:endParaRPr/>
          </a:p>
        </p:txBody>
      </p:sp>
      <p:sp>
        <p:nvSpPr>
          <p:cNvPr id="686" name="Google Shape;686;p78"/>
          <p:cNvSpPr txBox="1"/>
          <p:nvPr>
            <p:ph idx="1" type="body"/>
          </p:nvPr>
        </p:nvSpPr>
        <p:spPr>
          <a:xfrm>
            <a:off x="457200" y="1152475"/>
            <a:ext cx="2633400" cy="2616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a:t>
            </a:r>
            <a:endParaRPr/>
          </a:p>
          <a:p>
            <a:pPr indent="-304800" lvl="0" marL="457200" rtl="0" algn="l">
              <a:spcBef>
                <a:spcPts val="0"/>
              </a:spcBef>
              <a:spcAft>
                <a:spcPts val="0"/>
              </a:spcAft>
              <a:buSzPts val="1200"/>
              <a:buChar char="●"/>
            </a:pPr>
            <a:r>
              <a:rPr lang="en"/>
              <a:t>Quis nostrud exercitation </a:t>
            </a:r>
            <a:endParaRPr/>
          </a:p>
          <a:p>
            <a:pPr indent="-304800" lvl="0" marL="457200" rtl="0" algn="l">
              <a:spcBef>
                <a:spcPts val="0"/>
              </a:spcBef>
              <a:spcAft>
                <a:spcPts val="0"/>
              </a:spcAft>
              <a:buSzPts val="1200"/>
              <a:buChar char="●"/>
            </a:pPr>
            <a:r>
              <a:rPr lang="en"/>
              <a:t>Ullamco laboris nisi ut aliquip </a:t>
            </a:r>
            <a:endParaRPr/>
          </a:p>
          <a:p>
            <a:pPr indent="0" lvl="0" marL="0" rtl="0" algn="l">
              <a:spcBef>
                <a:spcPts val="1200"/>
              </a:spcBef>
              <a:spcAft>
                <a:spcPts val="1200"/>
              </a:spcAft>
              <a:buNone/>
            </a:pPr>
            <a:r>
              <a:rPr lang="en"/>
              <a:t>Ex ea commodo consequat. Duis aute irure dolor in reprehenderit in voluptate velit esse cillum dolore eu fugiat nulla pariatur.</a:t>
            </a:r>
            <a:endParaRPr/>
          </a:p>
        </p:txBody>
      </p:sp>
      <p:sp>
        <p:nvSpPr>
          <p:cNvPr id="687" name="Google Shape;687;p78"/>
          <p:cNvSpPr txBox="1"/>
          <p:nvPr>
            <p:ph idx="3" type="body"/>
          </p:nvPr>
        </p:nvSpPr>
        <p:spPr>
          <a:xfrm>
            <a:off x="6053400" y="1152475"/>
            <a:ext cx="2633400" cy="2616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accent6"/>
              </a:buClr>
              <a:buSzPts val="1100"/>
              <a:buFont typeface="Arial"/>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a:t>
            </a:r>
            <a:endParaRPr/>
          </a:p>
          <a:p>
            <a:pPr indent="-304800" lvl="0" marL="457200" rtl="0" algn="l">
              <a:spcBef>
                <a:spcPts val="0"/>
              </a:spcBef>
              <a:spcAft>
                <a:spcPts val="0"/>
              </a:spcAft>
              <a:buSzPts val="1200"/>
              <a:buChar char="●"/>
            </a:pPr>
            <a:r>
              <a:rPr lang="en"/>
              <a:t>Quis nostrud exercitation </a:t>
            </a:r>
            <a:endParaRPr/>
          </a:p>
          <a:p>
            <a:pPr indent="-304800" lvl="0" marL="457200" rtl="0" algn="l">
              <a:spcBef>
                <a:spcPts val="0"/>
              </a:spcBef>
              <a:spcAft>
                <a:spcPts val="0"/>
              </a:spcAft>
              <a:buSzPts val="1200"/>
              <a:buChar char="●"/>
            </a:pPr>
            <a:r>
              <a:rPr lang="en"/>
              <a:t>Ullamco laboris nisi ut aliquip </a:t>
            </a:r>
            <a:endParaRPr/>
          </a:p>
          <a:p>
            <a:pPr indent="0" lvl="0" marL="0" rtl="0" algn="l">
              <a:spcBef>
                <a:spcPts val="1200"/>
              </a:spcBef>
              <a:spcAft>
                <a:spcPts val="1200"/>
              </a:spcAft>
              <a:buNone/>
            </a:pPr>
            <a:r>
              <a:rPr lang="en"/>
              <a:t>Ex ea commodo consequat. Duis aute irure dolor in reprehenderit in voluptate velit esse cillum dolore eu fugiat nulla pariatur.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pic>
        <p:nvPicPr>
          <p:cNvPr id="777" name="Google Shape;777;p86" title="mz-presentation_bkg-isometric_grid-boxes-light.jpg"/>
          <p:cNvPicPr preferRelativeResize="0"/>
          <p:nvPr/>
        </p:nvPicPr>
        <p:blipFill rotWithShape="1">
          <a:blip r:embed="rId3">
            <a:alphaModFix/>
          </a:blip>
          <a:srcRect b="0" l="0" r="0" t="8801"/>
          <a:stretch/>
        </p:blipFill>
        <p:spPr>
          <a:xfrm>
            <a:off x="-150" y="0"/>
            <a:ext cx="9144300" cy="4690800"/>
          </a:xfrm>
          <a:prstGeom prst="rect">
            <a:avLst/>
          </a:prstGeom>
        </p:spPr>
      </p:pic>
      <p:sp>
        <p:nvSpPr>
          <p:cNvPr id="778" name="Google Shape;778;p8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779" name="Google Shape;779;p86"/>
          <p:cNvSpPr txBox="1"/>
          <p:nvPr>
            <p:ph type="title"/>
          </p:nvPr>
        </p:nvSpPr>
        <p:spPr>
          <a:xfrm>
            <a:off x="0" y="0"/>
            <a:ext cx="9144300" cy="2569500"/>
          </a:xfrm>
          <a:prstGeom prst="rect">
            <a:avLst/>
          </a:prstGeom>
          <a:gradFill>
            <a:gsLst>
              <a:gs pos="0">
                <a:schemeClr val="dk1"/>
              </a:gs>
              <a:gs pos="25000">
                <a:schemeClr val="dk1"/>
              </a:gs>
              <a:gs pos="50000">
                <a:srgbClr val="FFFFFF">
                  <a:alpha val="90196"/>
                </a:srgbClr>
              </a:gs>
              <a:gs pos="75000">
                <a:srgbClr val="FFFFFF">
                  <a:alpha val="60000"/>
                </a:srgbClr>
              </a:gs>
              <a:gs pos="100000">
                <a:srgbClr val="FFFFFF">
                  <a:alpha val="0"/>
                </a:srgbClr>
              </a:gs>
            </a:gsLst>
            <a:lin ang="5400012" scaled="0"/>
          </a:gradFill>
        </p:spPr>
        <p:txBody>
          <a:bodyPr anchorCtr="0" anchor="t" bIns="91425" lIns="91425" spcFirstLastPara="1" rIns="91425" wrap="square" tIns="457200">
            <a:noAutofit/>
          </a:bodyPr>
          <a:lstStyle/>
          <a:p>
            <a:pPr indent="0" lvl="0" marL="0" rtl="0" algn="ctr">
              <a:spcBef>
                <a:spcPts val="0"/>
              </a:spcBef>
              <a:spcAft>
                <a:spcPts val="0"/>
              </a:spcAft>
              <a:buNone/>
            </a:pPr>
            <a:r>
              <a:rPr lang="en"/>
              <a:t>Image full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92"/>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853" name="Google Shape;853;p92" title="mz-presentation_bkg-isometric_grid-boxes-light.jpg"/>
          <p:cNvPicPr preferRelativeResize="0"/>
          <p:nvPr/>
        </p:nvPicPr>
        <p:blipFill rotWithShape="1">
          <a:blip r:embed="rId3">
            <a:alphaModFix/>
          </a:blip>
          <a:srcRect b="0" l="20175" r="20169" t="0"/>
          <a:stretch/>
        </p:blipFill>
        <p:spPr>
          <a:xfrm>
            <a:off x="4654125" y="454950"/>
            <a:ext cx="4489800" cy="4233600"/>
          </a:xfrm>
          <a:prstGeom prst="roundRect">
            <a:avLst>
              <a:gd fmla="val 0" name="adj"/>
            </a:avLst>
          </a:prstGeom>
        </p:spPr>
      </p:pic>
      <p:sp>
        <p:nvSpPr>
          <p:cNvPr id="854" name="Google Shape;854;p92"/>
          <p:cNvSpPr txBox="1"/>
          <p:nvPr>
            <p:ph type="title"/>
          </p:nvPr>
        </p:nvSpPr>
        <p:spPr>
          <a:xfrm>
            <a:off x="457200" y="457200"/>
            <a:ext cx="4032600" cy="926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Image right</a:t>
            </a:r>
            <a:endParaRPr/>
          </a:p>
        </p:txBody>
      </p:sp>
      <p:sp>
        <p:nvSpPr>
          <p:cNvPr id="855" name="Google Shape;855;p92"/>
          <p:cNvSpPr txBox="1"/>
          <p:nvPr>
            <p:ph idx="1" type="body"/>
          </p:nvPr>
        </p:nvSpPr>
        <p:spPr>
          <a:xfrm>
            <a:off x="457200" y="1615450"/>
            <a:ext cx="4032600" cy="2616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 quis nostrud exercitation ullamco </a:t>
            </a:r>
            <a:endParaRPr/>
          </a:p>
          <a:p>
            <a:pPr indent="-304800" lvl="0" marL="457200" rtl="0" algn="l">
              <a:spcBef>
                <a:spcPts val="0"/>
              </a:spcBef>
              <a:spcAft>
                <a:spcPts val="0"/>
              </a:spcAft>
              <a:buSzPts val="1200"/>
              <a:buChar char="●"/>
            </a:pPr>
            <a:r>
              <a:rPr lang="en"/>
              <a:t>Laboris nisi ut aliquip ex ea commodo consequat</a:t>
            </a:r>
            <a:endParaRPr/>
          </a:p>
          <a:p>
            <a:pPr indent="-304800" lvl="0" marL="457200" rtl="0" algn="l">
              <a:spcBef>
                <a:spcPts val="0"/>
              </a:spcBef>
              <a:spcAft>
                <a:spcPts val="0"/>
              </a:spcAft>
              <a:buSzPts val="1200"/>
              <a:buChar char="●"/>
            </a:pPr>
            <a:r>
              <a:rPr lang="en"/>
              <a:t>Duis aute irure dolor in reprehenderit in voluptate velit esse</a:t>
            </a:r>
            <a:endParaRPr/>
          </a:p>
          <a:p>
            <a:pPr indent="0" lvl="0" marL="0" rtl="0" algn="l">
              <a:spcBef>
                <a:spcPts val="1200"/>
              </a:spcBef>
              <a:spcAft>
                <a:spcPts val="1200"/>
              </a:spcAft>
              <a:buNone/>
            </a:pPr>
            <a:r>
              <a:rPr lang="en"/>
              <a:t>Cillum dolore eu fugiat nulla pariatur. Excepteur sint occaecat cupidatat non proident, sunt in culpa qui officia deserunt mollit anim id est laborum.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94"/>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869" name="Google Shape;869;p94" title="mz-presentation_bkg-isometric_grid-boxes-light.jpg"/>
          <p:cNvPicPr preferRelativeResize="0"/>
          <p:nvPr/>
        </p:nvPicPr>
        <p:blipFill rotWithShape="1">
          <a:blip r:embed="rId3">
            <a:alphaModFix/>
          </a:blip>
          <a:srcRect b="0" l="20175" r="20169" t="0"/>
          <a:stretch/>
        </p:blipFill>
        <p:spPr>
          <a:xfrm>
            <a:off x="0" y="457200"/>
            <a:ext cx="4489800" cy="4233600"/>
          </a:xfrm>
          <a:prstGeom prst="roundRect">
            <a:avLst>
              <a:gd fmla="val 0" name="adj"/>
            </a:avLst>
          </a:prstGeom>
        </p:spPr>
      </p:pic>
      <p:sp>
        <p:nvSpPr>
          <p:cNvPr id="870" name="Google Shape;870;p94"/>
          <p:cNvSpPr txBox="1"/>
          <p:nvPr>
            <p:ph type="title"/>
          </p:nvPr>
        </p:nvSpPr>
        <p:spPr>
          <a:xfrm>
            <a:off x="4654300" y="457200"/>
            <a:ext cx="4032600" cy="926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Image left</a:t>
            </a:r>
            <a:endParaRPr/>
          </a:p>
        </p:txBody>
      </p:sp>
      <p:sp>
        <p:nvSpPr>
          <p:cNvPr id="871" name="Google Shape;871;p94"/>
          <p:cNvSpPr txBox="1"/>
          <p:nvPr>
            <p:ph idx="1" type="body"/>
          </p:nvPr>
        </p:nvSpPr>
        <p:spPr>
          <a:xfrm>
            <a:off x="4654300" y="1615450"/>
            <a:ext cx="4032600" cy="2616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accent6"/>
              </a:buClr>
              <a:buSzPts val="1100"/>
              <a:buFont typeface="Arial"/>
              <a:buNone/>
            </a:pPr>
            <a:r>
              <a:rPr lang="en"/>
              <a:t>Lorem ipsum dolor sit amet, consectetur adipiscing elit, sed do eiusmod tempor incididunt ut labore et dolore magna aliqua. </a:t>
            </a:r>
            <a:endParaRPr/>
          </a:p>
          <a:p>
            <a:pPr indent="-304800" lvl="0" marL="457200" rtl="0" algn="l">
              <a:spcBef>
                <a:spcPts val="1200"/>
              </a:spcBef>
              <a:spcAft>
                <a:spcPts val="0"/>
              </a:spcAft>
              <a:buSzPts val="1200"/>
              <a:buChar char="●"/>
            </a:pPr>
            <a:r>
              <a:rPr lang="en"/>
              <a:t>Ut enim ad minim veniam, quis nostrud exercitation ullamco </a:t>
            </a:r>
            <a:endParaRPr/>
          </a:p>
          <a:p>
            <a:pPr indent="-304800" lvl="0" marL="457200" rtl="0" algn="l">
              <a:spcBef>
                <a:spcPts val="0"/>
              </a:spcBef>
              <a:spcAft>
                <a:spcPts val="0"/>
              </a:spcAft>
              <a:buSzPts val="1200"/>
              <a:buChar char="●"/>
            </a:pPr>
            <a:r>
              <a:rPr lang="en"/>
              <a:t>Laboris nisi ut aliquip ex ea commodo consequat</a:t>
            </a:r>
            <a:endParaRPr/>
          </a:p>
          <a:p>
            <a:pPr indent="-304800" lvl="0" marL="457200" rtl="0" algn="l">
              <a:spcBef>
                <a:spcPts val="0"/>
              </a:spcBef>
              <a:spcAft>
                <a:spcPts val="0"/>
              </a:spcAft>
              <a:buSzPts val="1200"/>
              <a:buChar char="●"/>
            </a:pPr>
            <a:r>
              <a:rPr lang="en"/>
              <a:t>Duis aute irure dolor in reprehenderit in voluptate velit esse</a:t>
            </a:r>
            <a:endParaRPr/>
          </a:p>
          <a:p>
            <a:pPr indent="0" lvl="0" marL="0" rtl="0" algn="l">
              <a:spcBef>
                <a:spcPts val="1200"/>
              </a:spcBef>
              <a:spcAft>
                <a:spcPts val="1200"/>
              </a:spcAft>
              <a:buNone/>
            </a:pPr>
            <a:r>
              <a:rPr lang="en"/>
              <a:t>Cillum dolore eu fugiat nulla pariatur. Excepteur sint occaecat cupidatat non proident, sunt in culpa qui officia deserunt mollit anim id est laborum.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96"/>
          <p:cNvSpPr txBox="1"/>
          <p:nvPr>
            <p:ph type="title"/>
          </p:nvPr>
        </p:nvSpPr>
        <p:spPr>
          <a:xfrm>
            <a:off x="1691650" y="762000"/>
            <a:ext cx="6460200" cy="292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endParaRPr/>
          </a:p>
        </p:txBody>
      </p:sp>
      <p:sp>
        <p:nvSpPr>
          <p:cNvPr id="885" name="Google Shape;885;p96"/>
          <p:cNvSpPr txBox="1"/>
          <p:nvPr>
            <p:ph idx="1" type="subTitle"/>
          </p:nvPr>
        </p:nvSpPr>
        <p:spPr>
          <a:xfrm>
            <a:off x="1691650" y="3764400"/>
            <a:ext cx="6460200" cy="4572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t>— Firstname Lastname</a:t>
            </a:r>
            <a:br>
              <a:rPr lang="en"/>
            </a:br>
            <a:r>
              <a:rPr lang="en" sz="800">
                <a:solidFill>
                  <a:schemeClr val="lt1"/>
                </a:solidFill>
              </a:rPr>
              <a:t>Job Title</a:t>
            </a:r>
            <a:endParaRPr/>
          </a:p>
        </p:txBody>
      </p:sp>
      <p:sp>
        <p:nvSpPr>
          <p:cNvPr id="886" name="Google Shape;886;p9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pic>
        <p:nvPicPr>
          <p:cNvPr id="887" name="Google Shape;887;p96" title="logoipsum-385.png"/>
          <p:cNvPicPr preferRelativeResize="0"/>
          <p:nvPr/>
        </p:nvPicPr>
        <p:blipFill>
          <a:blip r:embed="rId3">
            <a:alphaModFix/>
          </a:blip>
          <a:stretch>
            <a:fillRect/>
          </a:stretch>
        </p:blipFill>
        <p:spPr>
          <a:xfrm>
            <a:off x="7190225" y="3901560"/>
            <a:ext cx="957072" cy="1828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0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921" name="Google Shape;921;p100"/>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Testimonial</a:t>
            </a:r>
            <a:endParaRPr/>
          </a:p>
        </p:txBody>
      </p:sp>
      <p:sp>
        <p:nvSpPr>
          <p:cNvPr id="922" name="Google Shape;922;p100"/>
          <p:cNvSpPr txBox="1"/>
          <p:nvPr>
            <p:ph idx="1" type="subTitle"/>
          </p:nvPr>
        </p:nvSpPr>
        <p:spPr>
          <a:xfrm>
            <a:off x="841200" y="1308000"/>
            <a:ext cx="3557100" cy="2163600"/>
          </a:xfrm>
          <a:prstGeom prst="rect">
            <a:avLst/>
          </a:prstGeom>
        </p:spPr>
        <p:txBody>
          <a:bodyPr anchorCtr="0" anchor="ctr" bIns="0" lIns="182875" spcFirstLastPara="1" rIns="182875" wrap="square" tIns="182875">
            <a:normAutofit/>
          </a:bodyPr>
          <a:lstStyle/>
          <a:p>
            <a:pPr indent="0" lvl="0" marL="0" rtl="0" algn="l">
              <a:spcBef>
                <a:spcPts val="0"/>
              </a:spcBef>
              <a:spcAft>
                <a:spcPts val="120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a:t>
            </a:r>
            <a:r>
              <a:rPr lang="en"/>
              <a:t>roient</a:t>
            </a:r>
            <a:r>
              <a:rPr lang="en"/>
              <a:t> Excepteur sint occaecat cupidatat non.</a:t>
            </a:r>
            <a:endParaRPr/>
          </a:p>
        </p:txBody>
      </p:sp>
      <p:sp>
        <p:nvSpPr>
          <p:cNvPr id="923" name="Google Shape;923;p100"/>
          <p:cNvSpPr txBox="1"/>
          <p:nvPr>
            <p:ph idx="2" type="subTitle"/>
          </p:nvPr>
        </p:nvSpPr>
        <p:spPr>
          <a:xfrm>
            <a:off x="841200" y="3700200"/>
            <a:ext cx="3557100" cy="533400"/>
          </a:xfrm>
          <a:prstGeom prst="rect">
            <a:avLst/>
          </a:prstGeom>
        </p:spPr>
        <p:txBody>
          <a:bodyPr anchorCtr="0" anchor="t" bIns="182875" lIns="182875" spcFirstLastPara="1" rIns="182875" wrap="square" tIns="0">
            <a:normAutofit/>
          </a:bodyPr>
          <a:lstStyle/>
          <a:p>
            <a:pPr indent="0" lvl="0" marL="0" rtl="0" algn="l">
              <a:spcBef>
                <a:spcPts val="0"/>
              </a:spcBef>
              <a:spcAft>
                <a:spcPts val="1200"/>
              </a:spcAft>
              <a:buNone/>
            </a:pPr>
            <a:r>
              <a:rPr i="1" lang="en">
                <a:latin typeface="Inter"/>
                <a:ea typeface="Inter"/>
                <a:cs typeface="Inter"/>
                <a:sym typeface="Inter"/>
              </a:rPr>
              <a:t>— Firstname Lastname</a:t>
            </a:r>
            <a:br>
              <a:rPr i="1" lang="en">
                <a:latin typeface="Inter"/>
                <a:ea typeface="Inter"/>
                <a:cs typeface="Inter"/>
                <a:sym typeface="Inter"/>
              </a:rPr>
            </a:br>
            <a:r>
              <a:rPr i="1" lang="en" sz="800">
                <a:solidFill>
                  <a:schemeClr val="lt1"/>
                </a:solidFill>
                <a:latin typeface="Inter"/>
                <a:ea typeface="Inter"/>
                <a:cs typeface="Inter"/>
                <a:sym typeface="Inter"/>
              </a:rPr>
              <a:t>Job Title, Company</a:t>
            </a:r>
            <a:endParaRPr i="1" sz="800">
              <a:solidFill>
                <a:schemeClr val="lt1"/>
              </a:solidFill>
              <a:latin typeface="Inter"/>
              <a:ea typeface="Inter"/>
              <a:cs typeface="Inter"/>
              <a:sym typeface="Inter"/>
            </a:endParaRPr>
          </a:p>
        </p:txBody>
      </p:sp>
      <p:sp>
        <p:nvSpPr>
          <p:cNvPr id="924" name="Google Shape;924;p100"/>
          <p:cNvSpPr txBox="1"/>
          <p:nvPr>
            <p:ph idx="3" type="subTitle"/>
          </p:nvPr>
        </p:nvSpPr>
        <p:spPr>
          <a:xfrm>
            <a:off x="5129600" y="1308000"/>
            <a:ext cx="3557100" cy="2163600"/>
          </a:xfrm>
          <a:prstGeom prst="rect">
            <a:avLst/>
          </a:prstGeom>
        </p:spPr>
        <p:txBody>
          <a:bodyPr anchorCtr="0" anchor="ctr" bIns="0" lIns="182875" spcFirstLastPara="1" rIns="182875" wrap="square" tIns="182875">
            <a:normAutofit/>
          </a:bodyPr>
          <a:lstStyle/>
          <a:p>
            <a:pPr indent="0" lvl="0" marL="0" rtl="0" algn="l">
              <a:spcBef>
                <a:spcPts val="0"/>
              </a:spcBef>
              <a:spcAft>
                <a:spcPts val="120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r>
              <a:rPr lang="en"/>
              <a:t> Proient Excepteur sint occaecat cupidatat non.</a:t>
            </a:r>
            <a:endParaRPr/>
          </a:p>
        </p:txBody>
      </p:sp>
      <p:sp>
        <p:nvSpPr>
          <p:cNvPr id="925" name="Google Shape;925;p100"/>
          <p:cNvSpPr txBox="1"/>
          <p:nvPr>
            <p:ph idx="4" type="subTitle"/>
          </p:nvPr>
        </p:nvSpPr>
        <p:spPr>
          <a:xfrm>
            <a:off x="5129600" y="3700200"/>
            <a:ext cx="3557100" cy="533400"/>
          </a:xfrm>
          <a:prstGeom prst="rect">
            <a:avLst/>
          </a:prstGeom>
        </p:spPr>
        <p:txBody>
          <a:bodyPr anchorCtr="0" anchor="t" bIns="182875" lIns="182875" spcFirstLastPara="1" rIns="182875" wrap="square" tIns="0">
            <a:normAutofit/>
          </a:bodyPr>
          <a:lstStyle/>
          <a:p>
            <a:pPr indent="0" lvl="0" marL="0" rtl="0" algn="l">
              <a:spcBef>
                <a:spcPts val="0"/>
              </a:spcBef>
              <a:spcAft>
                <a:spcPts val="1200"/>
              </a:spcAft>
              <a:buNone/>
            </a:pPr>
            <a:r>
              <a:rPr i="1" lang="en"/>
              <a:t>— Firstname Lastname</a:t>
            </a:r>
            <a:br>
              <a:rPr i="1" lang="en"/>
            </a:br>
            <a:r>
              <a:rPr i="1" lang="en" sz="800">
                <a:solidFill>
                  <a:schemeClr val="lt1"/>
                </a:solidFill>
              </a:rPr>
              <a:t>Job Title, Company</a:t>
            </a:r>
            <a:endParaRPr i="1">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04"/>
          <p:cNvSpPr txBox="1"/>
          <p:nvPr>
            <p:ph idx="1" type="subTitle"/>
          </p:nvPr>
        </p:nvSpPr>
        <p:spPr>
          <a:xfrm>
            <a:off x="996700" y="2680025"/>
            <a:ext cx="7150500" cy="529500"/>
          </a:xfrm>
          <a:prstGeom prst="rect">
            <a:avLst/>
          </a:prstGeom>
        </p:spPr>
        <p:txBody>
          <a:bodyPr anchorCtr="0" anchor="t" bIns="0" lIns="0" spcFirstLastPara="1" rIns="0" wrap="square" tIns="0">
            <a:spAutoFit/>
          </a:bodyPr>
          <a:lstStyle/>
          <a:p>
            <a:pPr indent="0" lvl="0" marL="0" rtl="0" algn="ctr">
              <a:spcBef>
                <a:spcPts val="0"/>
              </a:spcBef>
              <a:spcAft>
                <a:spcPts val="1200"/>
              </a:spcAft>
              <a:buNone/>
            </a:pPr>
            <a:r>
              <a:rPr lang="en"/>
              <a:t>Lorem ipsum dolor sit amet, consectetur adipiscing elit, sed do eiusmod tempor incididunt ut labore et dolore magna aliqua.</a:t>
            </a:r>
            <a:endParaRPr/>
          </a:p>
        </p:txBody>
      </p:sp>
      <p:sp>
        <p:nvSpPr>
          <p:cNvPr id="962" name="Google Shape;962;p104"/>
          <p:cNvSpPr txBox="1"/>
          <p:nvPr>
            <p:ph type="title"/>
          </p:nvPr>
        </p:nvSpPr>
        <p:spPr>
          <a:xfrm>
            <a:off x="996700" y="567750"/>
            <a:ext cx="7150500" cy="2112300"/>
          </a:xfrm>
          <a:prstGeom prst="rect">
            <a:avLst/>
          </a:prstGeom>
        </p:spPr>
        <p:txBody>
          <a:bodyPr anchorCtr="0" anchor="b" bIns="0" lIns="0" spcFirstLastPara="1" rIns="0" wrap="square" tIns="0">
            <a:normAutofit/>
          </a:bodyPr>
          <a:lstStyle/>
          <a:p>
            <a:pPr indent="0" lvl="0" marL="0" rtl="0" algn="ctr">
              <a:spcBef>
                <a:spcPts val="0"/>
              </a:spcBef>
              <a:spcAft>
                <a:spcPts val="0"/>
              </a:spcAft>
              <a:buNone/>
            </a:pPr>
            <a:r>
              <a:rPr lang="en"/>
              <a:t>100%</a:t>
            </a:r>
            <a:endParaRPr/>
          </a:p>
        </p:txBody>
      </p:sp>
      <p:sp>
        <p:nvSpPr>
          <p:cNvPr id="963" name="Google Shape;963;p104"/>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1" name="Shape 981"/>
        <p:cNvGrpSpPr/>
        <p:nvPr/>
      </p:nvGrpSpPr>
      <p:grpSpPr>
        <a:xfrm>
          <a:off x="0" y="0"/>
          <a:ext cx="0" cy="0"/>
          <a:chOff x="0" y="0"/>
          <a:chExt cx="0" cy="0"/>
        </a:xfrm>
      </p:grpSpPr>
      <p:sp>
        <p:nvSpPr>
          <p:cNvPr id="982" name="Google Shape;982;p106"/>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983" name="Google Shape;983;p106"/>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Stats</a:t>
            </a:r>
            <a:endParaRPr/>
          </a:p>
        </p:txBody>
      </p:sp>
      <p:sp>
        <p:nvSpPr>
          <p:cNvPr id="984" name="Google Shape;984;p106"/>
          <p:cNvSpPr txBox="1"/>
          <p:nvPr>
            <p:ph idx="1" type="subTitle"/>
          </p:nvPr>
        </p:nvSpPr>
        <p:spPr>
          <a:xfrm>
            <a:off x="457200" y="2146200"/>
            <a:ext cx="4032600" cy="548700"/>
          </a:xfrm>
          <a:prstGeom prst="rect">
            <a:avLst/>
          </a:prstGeom>
        </p:spPr>
        <p:txBody>
          <a:bodyPr anchorCtr="0" anchor="t" bIns="182875" lIns="182875" spcFirstLastPara="1" rIns="182875" wrap="square" tIns="0">
            <a:normAutofit/>
          </a:bodyPr>
          <a:lstStyle/>
          <a:p>
            <a:pPr indent="0" lvl="0" marL="0" rtl="0" algn="l">
              <a:spcBef>
                <a:spcPts val="0"/>
              </a:spcBef>
              <a:spcAft>
                <a:spcPts val="1200"/>
              </a:spcAft>
              <a:buNone/>
            </a:pPr>
            <a:r>
              <a:rPr lang="en"/>
              <a:t>Lorem ipsum dolor sit amet, consectetur adipiscing elit, sed do eiusmod tempor incididunt ut labore et dolore magna.</a:t>
            </a:r>
            <a:endParaRPr/>
          </a:p>
        </p:txBody>
      </p:sp>
      <p:sp>
        <p:nvSpPr>
          <p:cNvPr id="985" name="Google Shape;985;p106"/>
          <p:cNvSpPr txBox="1"/>
          <p:nvPr>
            <p:ph idx="2" type="title"/>
          </p:nvPr>
        </p:nvSpPr>
        <p:spPr>
          <a:xfrm>
            <a:off x="457200" y="1308000"/>
            <a:ext cx="4032600" cy="762000"/>
          </a:xfrm>
          <a:prstGeom prst="rect">
            <a:avLst/>
          </a:prstGeom>
        </p:spPr>
        <p:txBody>
          <a:bodyPr anchorCtr="0" anchor="b" bIns="0" lIns="182875" spcFirstLastPara="1" rIns="182875" wrap="square" tIns="0">
            <a:normAutofit/>
          </a:bodyPr>
          <a:lstStyle/>
          <a:p>
            <a:pPr indent="0" lvl="0" marL="0" rtl="0" algn="l">
              <a:spcBef>
                <a:spcPts val="0"/>
              </a:spcBef>
              <a:spcAft>
                <a:spcPts val="0"/>
              </a:spcAft>
              <a:buNone/>
            </a:pPr>
            <a:r>
              <a:rPr lang="en"/>
              <a:t>100%</a:t>
            </a:r>
            <a:endParaRPr/>
          </a:p>
        </p:txBody>
      </p:sp>
      <p:sp>
        <p:nvSpPr>
          <p:cNvPr id="986" name="Google Shape;986;p106"/>
          <p:cNvSpPr txBox="1"/>
          <p:nvPr>
            <p:ph idx="3" type="subTitle"/>
          </p:nvPr>
        </p:nvSpPr>
        <p:spPr>
          <a:xfrm>
            <a:off x="457200" y="3685500"/>
            <a:ext cx="4032600" cy="548700"/>
          </a:xfrm>
          <a:prstGeom prst="rect">
            <a:avLst/>
          </a:prstGeom>
        </p:spPr>
        <p:txBody>
          <a:bodyPr anchorCtr="0" anchor="t" bIns="182875" lIns="182875" spcFirstLastPara="1" rIns="182875" wrap="square" tIns="0">
            <a:normAutofit/>
          </a:bodyPr>
          <a:lstStyle/>
          <a:p>
            <a:pPr indent="0" lvl="0" marL="0" rtl="0" algn="l">
              <a:spcBef>
                <a:spcPts val="0"/>
              </a:spcBef>
              <a:spcAft>
                <a:spcPts val="1200"/>
              </a:spcAft>
              <a:buNone/>
            </a:pPr>
            <a:r>
              <a:rPr lang="en"/>
              <a:t>Lorem ipsum dolor sit amet, consectetur adipiscing elit, sed do eiusmod tempor incididunt ut labore et dolore magna.</a:t>
            </a:r>
            <a:endParaRPr/>
          </a:p>
        </p:txBody>
      </p:sp>
      <p:sp>
        <p:nvSpPr>
          <p:cNvPr id="987" name="Google Shape;987;p106"/>
          <p:cNvSpPr txBox="1"/>
          <p:nvPr>
            <p:ph idx="4" type="title"/>
          </p:nvPr>
        </p:nvSpPr>
        <p:spPr>
          <a:xfrm>
            <a:off x="457200" y="2847300"/>
            <a:ext cx="4032600" cy="762000"/>
          </a:xfrm>
          <a:prstGeom prst="rect">
            <a:avLst/>
          </a:prstGeom>
        </p:spPr>
        <p:txBody>
          <a:bodyPr anchorCtr="0" anchor="b" bIns="0" lIns="182875" spcFirstLastPara="1" rIns="182875" wrap="square" tIns="0">
            <a:normAutofit/>
          </a:bodyPr>
          <a:lstStyle/>
          <a:p>
            <a:pPr indent="0" lvl="0" marL="0" rtl="0" algn="l">
              <a:spcBef>
                <a:spcPts val="0"/>
              </a:spcBef>
              <a:spcAft>
                <a:spcPts val="0"/>
              </a:spcAft>
              <a:buNone/>
            </a:pPr>
            <a:r>
              <a:rPr lang="en"/>
              <a:t>100%</a:t>
            </a:r>
            <a:endParaRPr/>
          </a:p>
        </p:txBody>
      </p:sp>
      <p:sp>
        <p:nvSpPr>
          <p:cNvPr id="988" name="Google Shape;988;p106"/>
          <p:cNvSpPr txBox="1"/>
          <p:nvPr>
            <p:ph idx="5" type="subTitle"/>
          </p:nvPr>
        </p:nvSpPr>
        <p:spPr>
          <a:xfrm>
            <a:off x="4654200" y="2146200"/>
            <a:ext cx="4032600" cy="548700"/>
          </a:xfrm>
          <a:prstGeom prst="rect">
            <a:avLst/>
          </a:prstGeom>
        </p:spPr>
        <p:txBody>
          <a:bodyPr anchorCtr="0" anchor="t" bIns="182875" lIns="182875" spcFirstLastPara="1" rIns="182875" wrap="square" tIns="0">
            <a:normAutofit/>
          </a:bodyPr>
          <a:lstStyle/>
          <a:p>
            <a:pPr indent="0" lvl="0" marL="0" rtl="0" algn="l">
              <a:spcBef>
                <a:spcPts val="0"/>
              </a:spcBef>
              <a:spcAft>
                <a:spcPts val="1200"/>
              </a:spcAft>
              <a:buNone/>
            </a:pPr>
            <a:r>
              <a:rPr lang="en"/>
              <a:t>Lorem ipsum dolor sit amet, consectetur adipiscing elit, sed do eiusmod tempor incididunt ut labore et dolore magna.</a:t>
            </a:r>
            <a:endParaRPr/>
          </a:p>
        </p:txBody>
      </p:sp>
      <p:sp>
        <p:nvSpPr>
          <p:cNvPr id="989" name="Google Shape;989;p106"/>
          <p:cNvSpPr txBox="1"/>
          <p:nvPr>
            <p:ph idx="6" type="title"/>
          </p:nvPr>
        </p:nvSpPr>
        <p:spPr>
          <a:xfrm>
            <a:off x="4654200" y="1308000"/>
            <a:ext cx="4032600" cy="762000"/>
          </a:xfrm>
          <a:prstGeom prst="rect">
            <a:avLst/>
          </a:prstGeom>
        </p:spPr>
        <p:txBody>
          <a:bodyPr anchorCtr="0" anchor="b" bIns="0" lIns="182875" spcFirstLastPara="1" rIns="182875" wrap="square" tIns="0">
            <a:normAutofit/>
          </a:bodyPr>
          <a:lstStyle/>
          <a:p>
            <a:pPr indent="0" lvl="0" marL="0" rtl="0" algn="l">
              <a:spcBef>
                <a:spcPts val="0"/>
              </a:spcBef>
              <a:spcAft>
                <a:spcPts val="0"/>
              </a:spcAft>
              <a:buNone/>
            </a:pPr>
            <a:r>
              <a:rPr lang="en"/>
              <a:t>100%</a:t>
            </a:r>
            <a:endParaRPr/>
          </a:p>
        </p:txBody>
      </p:sp>
      <p:sp>
        <p:nvSpPr>
          <p:cNvPr id="990" name="Google Shape;990;p106"/>
          <p:cNvSpPr txBox="1"/>
          <p:nvPr>
            <p:ph idx="7" type="subTitle"/>
          </p:nvPr>
        </p:nvSpPr>
        <p:spPr>
          <a:xfrm>
            <a:off x="4654200" y="3685500"/>
            <a:ext cx="4032600" cy="548700"/>
          </a:xfrm>
          <a:prstGeom prst="rect">
            <a:avLst/>
          </a:prstGeom>
        </p:spPr>
        <p:txBody>
          <a:bodyPr anchorCtr="0" anchor="t" bIns="182875" lIns="182875" spcFirstLastPara="1" rIns="182875" wrap="square" tIns="0">
            <a:normAutofit/>
          </a:bodyPr>
          <a:lstStyle/>
          <a:p>
            <a:pPr indent="0" lvl="0" marL="0" rtl="0" algn="l">
              <a:spcBef>
                <a:spcPts val="0"/>
              </a:spcBef>
              <a:spcAft>
                <a:spcPts val="1200"/>
              </a:spcAft>
              <a:buNone/>
            </a:pPr>
            <a:r>
              <a:rPr lang="en"/>
              <a:t>Lorem ipsum dolor sit amet, consectetur adipiscing elit, sed do eiusmod tempor incididunt ut labore et dolore magna.</a:t>
            </a:r>
            <a:endParaRPr/>
          </a:p>
        </p:txBody>
      </p:sp>
      <p:sp>
        <p:nvSpPr>
          <p:cNvPr id="991" name="Google Shape;991;p106"/>
          <p:cNvSpPr txBox="1"/>
          <p:nvPr>
            <p:ph idx="8" type="title"/>
          </p:nvPr>
        </p:nvSpPr>
        <p:spPr>
          <a:xfrm>
            <a:off x="4654200" y="2847300"/>
            <a:ext cx="4032600" cy="762000"/>
          </a:xfrm>
          <a:prstGeom prst="rect">
            <a:avLst/>
          </a:prstGeom>
        </p:spPr>
        <p:txBody>
          <a:bodyPr anchorCtr="0" anchor="b" bIns="0" lIns="182875" spcFirstLastPara="1" rIns="182875" wrap="square" tIns="0">
            <a:normAutofit/>
          </a:bodyPr>
          <a:lstStyle/>
          <a:p>
            <a:pPr indent="0" lvl="0" marL="0" rtl="0" algn="l">
              <a:spcBef>
                <a:spcPts val="0"/>
              </a:spcBef>
              <a:spcAft>
                <a:spcPts val="0"/>
              </a:spcAft>
              <a:buNone/>
            </a:pPr>
            <a:r>
              <a:rPr lang="en"/>
              <a:t>100%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95" name="Shape 995"/>
        <p:cNvGrpSpPr/>
        <p:nvPr/>
      </p:nvGrpSpPr>
      <p:grpSpPr>
        <a:xfrm>
          <a:off x="0" y="0"/>
          <a:ext cx="0" cy="0"/>
          <a:chOff x="0" y="0"/>
          <a:chExt cx="0" cy="0"/>
        </a:xfrm>
      </p:grpSpPr>
      <p:sp>
        <p:nvSpPr>
          <p:cNvPr id="996" name="Google Shape;996;p107"/>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997" name="Google Shape;997;p107"/>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Table</a:t>
            </a:r>
            <a:endParaRPr/>
          </a:p>
        </p:txBody>
      </p:sp>
      <p:graphicFrame>
        <p:nvGraphicFramePr>
          <p:cNvPr id="998" name="Google Shape;998;p107"/>
          <p:cNvGraphicFramePr/>
          <p:nvPr/>
        </p:nvGraphicFramePr>
        <p:xfrm>
          <a:off x="457200" y="1116900"/>
          <a:ext cx="3000000" cy="3000000"/>
        </p:xfrm>
        <a:graphic>
          <a:graphicData uri="http://schemas.openxmlformats.org/drawingml/2006/table">
            <a:tbl>
              <a:tblPr>
                <a:noFill/>
                <a:tableStyleId>{4BD8B079-4B57-4066-A3C3-005C280EA072}</a:tableStyleId>
              </a:tblPr>
              <a:tblGrid>
                <a:gridCol w="1645925"/>
                <a:gridCol w="1645925"/>
                <a:gridCol w="1645925"/>
                <a:gridCol w="1645925"/>
                <a:gridCol w="1645925"/>
              </a:tblGrid>
              <a:tr h="100000">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
                      </a:r>
                      <a:endParaRPr sz="1200">
                        <a:solidFill>
                          <a:schemeClr val="dk2"/>
                        </a:solidFill>
                        <a:latin typeface="Inter"/>
                        <a:ea typeface="Inter"/>
                        <a:cs typeface="Inter"/>
                        <a:sym typeface="Inter"/>
                      </a:endParaRPr>
                    </a:p>
                  </a:txBody>
                  <a:tcPr marT="91425" marB="91425" marR="91425" marL="91425" anchor="ctr">
                    <a:lnL cap="flat" cmpd="sng" w="9525">
                      <a:solidFill>
                        <a:srgbClr val="DDD6F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DD6F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Top point one</a:t>
                      </a:r>
                      <a:endParaRPr sz="1000">
                        <a:solidFill>
                          <a:schemeClr val="dk2"/>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DD6F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Top point two</a:t>
                      </a:r>
                      <a:endParaRPr sz="1000">
                        <a:solidFill>
                          <a:schemeClr val="dk2"/>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DD6F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Top point four</a:t>
                      </a:r>
                      <a:endParaRPr sz="1000">
                        <a:solidFill>
                          <a:schemeClr val="dk2"/>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DD6F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solidFill>
                      <a:schemeClr val="lt2"/>
                    </a:solidFill>
                  </a:tcPr>
                </a:tc>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Top point five </a:t>
                      </a:r>
                      <a:endParaRPr sz="1000">
                        <a:solidFill>
                          <a:schemeClr val="dk2"/>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DDD6FE">
                          <a:alpha val="0"/>
                        </a:srgbClr>
                      </a:solidFill>
                      <a:prstDash val="solid"/>
                      <a:round/>
                      <a:headEnd len="sm" w="sm" type="none"/>
                      <a:tailEnd len="sm" w="sm" type="none"/>
                    </a:lnR>
                    <a:lnT cap="flat" cmpd="sng" w="9525">
                      <a:solidFill>
                        <a:srgbClr val="DDD6F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solidFill>
                      <a:schemeClr val="lt2"/>
                    </a:solidFill>
                  </a:tcPr>
                </a:tc>
              </a:tr>
              <a:tr h="100000">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Side point one</a:t>
                      </a:r>
                      <a:endParaRPr sz="1000">
                        <a:solidFill>
                          <a:schemeClr val="lt1"/>
                        </a:solidFill>
                        <a:latin typeface="Inter"/>
                        <a:ea typeface="Inter"/>
                        <a:cs typeface="Inter"/>
                        <a:sym typeface="Inter"/>
                      </a:endParaRPr>
                    </a:p>
                  </a:txBody>
                  <a:tcPr marT="91425" marB="91425" marR="91425" marL="91425" anchor="ctr">
                    <a:lnL cap="flat" cmpd="sng" w="9525">
                      <a:solidFill>
                        <a:srgbClr val="DDD6F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lt1"/>
                          </a:solidFill>
                          <a:latin typeface="Inter"/>
                          <a:ea typeface="Inter"/>
                          <a:cs typeface="Inter"/>
                          <a:sym typeface="Inter"/>
                        </a:rPr>
                        <a:t>$200</a:t>
                      </a:r>
                      <a:endParaRPr sz="10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DD6FE"/>
                      </a:solidFill>
                      <a:prstDash val="solid"/>
                      <a:round/>
                      <a:headEnd len="sm" w="sm" type="none"/>
                      <a:tailEnd len="sm" w="sm" type="none"/>
                    </a:lnB>
                  </a:tcPr>
                </a:tc>
              </a:tr>
              <a:tr h="100000">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Side point two</a:t>
                      </a:r>
                      <a:endParaRPr sz="1000">
                        <a:solidFill>
                          <a:schemeClr val="lt1"/>
                        </a:solidFill>
                        <a:latin typeface="Inter"/>
                        <a:ea typeface="Inter"/>
                        <a:cs typeface="Inter"/>
                        <a:sym typeface="Inter"/>
                      </a:endParaRPr>
                    </a:p>
                  </a:txBody>
                  <a:tcPr marT="91425" marB="91425" marR="91425" marL="91425" anchor="ctr">
                    <a:lnL cap="flat" cmpd="sng" w="9525">
                      <a:solidFill>
                        <a:srgbClr val="DDD6F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lt1"/>
                          </a:solidFill>
                          <a:latin typeface="Inter"/>
                          <a:ea typeface="Inter"/>
                          <a:cs typeface="Inter"/>
                          <a:sym typeface="Inter"/>
                        </a:rPr>
                        <a:t>$150</a:t>
                      </a:r>
                      <a:endParaRPr sz="10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r>
              <a:tr h="100000">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Side point three</a:t>
                      </a:r>
                      <a:endParaRPr sz="1000">
                        <a:solidFill>
                          <a:schemeClr val="lt1"/>
                        </a:solidFill>
                        <a:latin typeface="Inter"/>
                        <a:ea typeface="Inter"/>
                        <a:cs typeface="Inter"/>
                        <a:sym typeface="Inter"/>
                      </a:endParaRPr>
                    </a:p>
                  </a:txBody>
                  <a:tcPr marT="91425" marB="91425" marR="91425" marL="91425" anchor="ctr">
                    <a:lnL cap="flat" cmpd="sng" w="9525">
                      <a:solidFill>
                        <a:srgbClr val="DDD6F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lt1"/>
                          </a:solidFill>
                          <a:latin typeface="Inter"/>
                          <a:ea typeface="Inter"/>
                          <a:cs typeface="Inter"/>
                          <a:sym typeface="Inter"/>
                        </a:rPr>
                        <a:t>$250</a:t>
                      </a:r>
                      <a:endParaRPr sz="10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r>
              <a:tr h="100000">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Side point four</a:t>
                      </a:r>
                      <a:endParaRPr sz="1000">
                        <a:solidFill>
                          <a:schemeClr val="lt1"/>
                        </a:solidFill>
                        <a:latin typeface="Inter"/>
                        <a:ea typeface="Inter"/>
                        <a:cs typeface="Inter"/>
                        <a:sym typeface="Inter"/>
                      </a:endParaRPr>
                    </a:p>
                  </a:txBody>
                  <a:tcPr marT="91425" marB="91425" marR="91425" marL="91425" anchor="ctr">
                    <a:lnL cap="flat" cmpd="sng" w="9525">
                      <a:solidFill>
                        <a:srgbClr val="DDD6F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lt1"/>
                          </a:solidFill>
                          <a:latin typeface="Inter"/>
                          <a:ea typeface="Inter"/>
                          <a:cs typeface="Inter"/>
                          <a:sym typeface="Inter"/>
                        </a:rPr>
                        <a:t>$300</a:t>
                      </a:r>
                      <a:endParaRPr sz="10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r>
              <a:tr h="100000">
                <a:tc>
                  <a:txBody>
                    <a:bodyPr/>
                    <a:lstStyle/>
                    <a:p>
                      <a:pPr indent="0" lvl="0" marL="0" rtl="0" algn="ctr">
                        <a:spcBef>
                          <a:spcPts val="0"/>
                        </a:spcBef>
                        <a:spcAft>
                          <a:spcPts val="0"/>
                        </a:spcAft>
                        <a:buNone/>
                      </a:pPr>
                      <a:r>
                        <a:rPr lang="en" sz="1000">
                          <a:solidFill>
                            <a:schemeClr val="dk2"/>
                          </a:solidFill>
                          <a:latin typeface="Inter"/>
                          <a:ea typeface="Inter"/>
                          <a:cs typeface="Inter"/>
                          <a:sym typeface="Inter"/>
                        </a:rPr>
                        <a:t>Side point five</a:t>
                      </a:r>
                      <a:endParaRPr sz="1000">
                        <a:solidFill>
                          <a:schemeClr val="lt1"/>
                        </a:solidFill>
                        <a:latin typeface="Inter"/>
                        <a:ea typeface="Inter"/>
                        <a:cs typeface="Inter"/>
                        <a:sym typeface="Inter"/>
                      </a:endParaRPr>
                    </a:p>
                  </a:txBody>
                  <a:tcPr marT="91425" marB="91425" marR="91425" marL="91425" anchor="ctr">
                    <a:lnL cap="flat" cmpd="sng" w="9525">
                      <a:solidFill>
                        <a:srgbClr val="DDD6F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lt1"/>
                          </a:solidFill>
                          <a:latin typeface="Inter"/>
                          <a:ea typeface="Inter"/>
                          <a:cs typeface="Inter"/>
                          <a:sym typeface="Inter"/>
                        </a:rPr>
                        <a:t>Lorem ipsum dolor sit amet adipiscing elit</a:t>
                      </a:r>
                      <a:endParaRPr sz="9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lt1"/>
                          </a:solidFill>
                          <a:latin typeface="Inter"/>
                          <a:ea typeface="Inter"/>
                          <a:cs typeface="Inter"/>
                          <a:sym typeface="Inter"/>
                        </a:rPr>
                        <a:t>$100</a:t>
                      </a:r>
                      <a:endParaRPr sz="1000">
                        <a:solidFill>
                          <a:schemeClr val="dk1"/>
                        </a:solidFill>
                        <a:latin typeface="Inter"/>
                        <a:ea typeface="Inter"/>
                        <a:cs typeface="Inter"/>
                        <a:sym typeface="Inter"/>
                      </a:endParaRPr>
                    </a:p>
                  </a:txBody>
                  <a:tcPr marT="91425" marB="91425" marR="91425" marL="91425" anchor="ctr">
                    <a:lnL cap="flat" cmpd="sng" w="9525">
                      <a:solidFill>
                        <a:srgbClr val="DDD6FE"/>
                      </a:solidFill>
                      <a:prstDash val="solid"/>
                      <a:round/>
                      <a:headEnd len="sm" w="sm" type="none"/>
                      <a:tailEnd len="sm" w="sm" type="none"/>
                    </a:lnL>
                    <a:lnR cap="flat" cmpd="sng" w="9525">
                      <a:solidFill>
                        <a:srgbClr val="DDD6FE"/>
                      </a:solidFill>
                      <a:prstDash val="solid"/>
                      <a:round/>
                      <a:headEnd len="sm" w="sm" type="none"/>
                      <a:tailEnd len="sm" w="sm" type="none"/>
                    </a:lnR>
                    <a:lnT cap="flat" cmpd="sng" w="9525">
                      <a:solidFill>
                        <a:srgbClr val="DDD6FE"/>
                      </a:solidFill>
                      <a:prstDash val="solid"/>
                      <a:round/>
                      <a:headEnd len="sm" w="sm" type="none"/>
                      <a:tailEnd len="sm" w="sm" type="none"/>
                    </a:lnT>
                    <a:lnB cap="flat" cmpd="sng" w="9525">
                      <a:solidFill>
                        <a:srgbClr val="DDD6F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2" name="Shape 1032"/>
        <p:cNvGrpSpPr/>
        <p:nvPr/>
      </p:nvGrpSpPr>
      <p:grpSpPr>
        <a:xfrm>
          <a:off x="0" y="0"/>
          <a:ext cx="0" cy="0"/>
          <a:chOff x="0" y="0"/>
          <a:chExt cx="0" cy="0"/>
        </a:xfrm>
      </p:grpSpPr>
      <p:sp>
        <p:nvSpPr>
          <p:cNvPr id="1033" name="Google Shape;1033;p110"/>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034" name="Google Shape;1034;p110"/>
          <p:cNvSpPr txBox="1"/>
          <p:nvPr>
            <p:ph type="title"/>
          </p:nvPr>
        </p:nvSpPr>
        <p:spPr>
          <a:xfrm>
            <a:off x="457200" y="45720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Timeline</a:t>
            </a:r>
            <a:endParaRPr/>
          </a:p>
        </p:txBody>
      </p:sp>
      <p:sp>
        <p:nvSpPr>
          <p:cNvPr id="1035" name="Google Shape;1035;p110"/>
          <p:cNvSpPr txBox="1"/>
          <p:nvPr/>
        </p:nvSpPr>
        <p:spPr>
          <a:xfrm>
            <a:off x="475500" y="2836125"/>
            <a:ext cx="1938600" cy="215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en">
                <a:solidFill>
                  <a:schemeClr val="lt1"/>
                </a:solidFill>
                <a:latin typeface="Inter"/>
                <a:ea typeface="Inter"/>
                <a:cs typeface="Inter"/>
                <a:sym typeface="Inter"/>
              </a:rPr>
              <a:t>Lorem Ipsum</a:t>
            </a:r>
            <a:endParaRPr b="1">
              <a:solidFill>
                <a:schemeClr val="lt1"/>
              </a:solidFill>
              <a:latin typeface="Inter"/>
              <a:ea typeface="Inter"/>
              <a:cs typeface="Inter"/>
              <a:sym typeface="Inter"/>
            </a:endParaRPr>
          </a:p>
        </p:txBody>
      </p:sp>
      <p:sp>
        <p:nvSpPr>
          <p:cNvPr id="1036" name="Google Shape;1036;p110"/>
          <p:cNvSpPr txBox="1"/>
          <p:nvPr/>
        </p:nvSpPr>
        <p:spPr>
          <a:xfrm>
            <a:off x="475500" y="3127725"/>
            <a:ext cx="1938600" cy="330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 sz="1000">
                <a:solidFill>
                  <a:schemeClr val="lt1"/>
                </a:solidFill>
                <a:latin typeface="Inter"/>
                <a:ea typeface="Inter"/>
                <a:cs typeface="Inter"/>
                <a:sym typeface="Inter"/>
              </a:rPr>
              <a:t>Description of the text, text of the description</a:t>
            </a:r>
            <a:endParaRPr sz="1000">
              <a:solidFill>
                <a:schemeClr val="lt1"/>
              </a:solidFill>
              <a:latin typeface="Inter"/>
              <a:ea typeface="Inter"/>
              <a:cs typeface="Inter"/>
              <a:sym typeface="Inter"/>
            </a:endParaRPr>
          </a:p>
        </p:txBody>
      </p:sp>
      <p:sp>
        <p:nvSpPr>
          <p:cNvPr id="1037" name="Google Shape;1037;p110"/>
          <p:cNvSpPr txBox="1"/>
          <p:nvPr/>
        </p:nvSpPr>
        <p:spPr>
          <a:xfrm>
            <a:off x="2560275" y="2836125"/>
            <a:ext cx="1938600" cy="215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en">
                <a:solidFill>
                  <a:schemeClr val="lt1"/>
                </a:solidFill>
                <a:latin typeface="Inter"/>
                <a:ea typeface="Inter"/>
                <a:cs typeface="Inter"/>
                <a:sym typeface="Inter"/>
              </a:rPr>
              <a:t>Lorem Ipsum</a:t>
            </a:r>
            <a:endParaRPr b="1">
              <a:solidFill>
                <a:schemeClr val="lt1"/>
              </a:solidFill>
              <a:latin typeface="Inter"/>
              <a:ea typeface="Inter"/>
              <a:cs typeface="Inter"/>
              <a:sym typeface="Inter"/>
            </a:endParaRPr>
          </a:p>
        </p:txBody>
      </p:sp>
      <p:sp>
        <p:nvSpPr>
          <p:cNvPr id="1038" name="Google Shape;1038;p110"/>
          <p:cNvSpPr txBox="1"/>
          <p:nvPr/>
        </p:nvSpPr>
        <p:spPr>
          <a:xfrm>
            <a:off x="2560275" y="3127725"/>
            <a:ext cx="1938600" cy="330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 sz="1000">
                <a:solidFill>
                  <a:schemeClr val="lt1"/>
                </a:solidFill>
                <a:latin typeface="Inter"/>
                <a:ea typeface="Inter"/>
                <a:cs typeface="Inter"/>
                <a:sym typeface="Inter"/>
              </a:rPr>
              <a:t>Description of the text, text of the description</a:t>
            </a:r>
            <a:endParaRPr sz="1000">
              <a:solidFill>
                <a:schemeClr val="lt1"/>
              </a:solidFill>
              <a:latin typeface="Inter"/>
              <a:ea typeface="Inter"/>
              <a:cs typeface="Inter"/>
              <a:sym typeface="Inter"/>
            </a:endParaRPr>
          </a:p>
        </p:txBody>
      </p:sp>
      <p:sp>
        <p:nvSpPr>
          <p:cNvPr id="1039" name="Google Shape;1039;p110"/>
          <p:cNvSpPr txBox="1"/>
          <p:nvPr/>
        </p:nvSpPr>
        <p:spPr>
          <a:xfrm>
            <a:off x="6729925" y="2836125"/>
            <a:ext cx="1938600" cy="215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en">
                <a:solidFill>
                  <a:schemeClr val="dk2"/>
                </a:solidFill>
                <a:latin typeface="Inter"/>
                <a:ea typeface="Inter"/>
                <a:cs typeface="Inter"/>
                <a:sym typeface="Inter"/>
              </a:rPr>
              <a:t>Lorem Ipsum</a:t>
            </a:r>
            <a:endParaRPr b="1">
              <a:solidFill>
                <a:schemeClr val="dk2"/>
              </a:solidFill>
              <a:latin typeface="Inter"/>
              <a:ea typeface="Inter"/>
              <a:cs typeface="Inter"/>
              <a:sym typeface="Inter"/>
            </a:endParaRPr>
          </a:p>
        </p:txBody>
      </p:sp>
      <p:sp>
        <p:nvSpPr>
          <p:cNvPr id="1040" name="Google Shape;1040;p110"/>
          <p:cNvSpPr txBox="1"/>
          <p:nvPr/>
        </p:nvSpPr>
        <p:spPr>
          <a:xfrm>
            <a:off x="6729925" y="3127725"/>
            <a:ext cx="1938600" cy="330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 sz="1000">
                <a:solidFill>
                  <a:schemeClr val="lt1"/>
                </a:solidFill>
                <a:latin typeface="Inter"/>
                <a:ea typeface="Inter"/>
                <a:cs typeface="Inter"/>
                <a:sym typeface="Inter"/>
              </a:rPr>
              <a:t>Description of the text, text of the description</a:t>
            </a:r>
            <a:endParaRPr sz="1000">
              <a:solidFill>
                <a:schemeClr val="lt1"/>
              </a:solidFill>
              <a:latin typeface="Inter"/>
              <a:ea typeface="Inter"/>
              <a:cs typeface="Inter"/>
              <a:sym typeface="Inter"/>
            </a:endParaRPr>
          </a:p>
        </p:txBody>
      </p:sp>
      <p:sp>
        <p:nvSpPr>
          <p:cNvPr id="1041" name="Google Shape;1041;p110"/>
          <p:cNvSpPr txBox="1"/>
          <p:nvPr/>
        </p:nvSpPr>
        <p:spPr>
          <a:xfrm>
            <a:off x="4645100" y="2836125"/>
            <a:ext cx="1938600" cy="215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en">
                <a:solidFill>
                  <a:schemeClr val="lt1"/>
                </a:solidFill>
                <a:latin typeface="Inter"/>
                <a:ea typeface="Inter"/>
                <a:cs typeface="Inter"/>
                <a:sym typeface="Inter"/>
              </a:rPr>
              <a:t>Lorem Ipsum</a:t>
            </a:r>
            <a:endParaRPr b="1">
              <a:solidFill>
                <a:schemeClr val="lt1"/>
              </a:solidFill>
              <a:latin typeface="Inter"/>
              <a:ea typeface="Inter"/>
              <a:cs typeface="Inter"/>
              <a:sym typeface="Inter"/>
            </a:endParaRPr>
          </a:p>
        </p:txBody>
      </p:sp>
      <p:sp>
        <p:nvSpPr>
          <p:cNvPr id="1042" name="Google Shape;1042;p110"/>
          <p:cNvSpPr txBox="1"/>
          <p:nvPr/>
        </p:nvSpPr>
        <p:spPr>
          <a:xfrm>
            <a:off x="4645100" y="3127725"/>
            <a:ext cx="1938600" cy="330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 sz="1000">
                <a:solidFill>
                  <a:schemeClr val="lt1"/>
                </a:solidFill>
                <a:latin typeface="Inter"/>
                <a:ea typeface="Inter"/>
                <a:cs typeface="Inter"/>
                <a:sym typeface="Inter"/>
              </a:rPr>
              <a:t>Description of the text, text of the description</a:t>
            </a:r>
            <a:endParaRPr sz="1000">
              <a:solidFill>
                <a:schemeClr val="lt1"/>
              </a:solidFill>
              <a:latin typeface="Inter"/>
              <a:ea typeface="Inter"/>
              <a:cs typeface="Inter"/>
              <a:sym typeface="Inter"/>
            </a:endParaRPr>
          </a:p>
        </p:txBody>
      </p:sp>
      <p:cxnSp>
        <p:nvCxnSpPr>
          <p:cNvPr id="1043" name="Google Shape;1043;p110"/>
          <p:cNvCxnSpPr/>
          <p:nvPr/>
        </p:nvCxnSpPr>
        <p:spPr>
          <a:xfrm>
            <a:off x="475650" y="2226525"/>
            <a:ext cx="8192700" cy="0"/>
          </a:xfrm>
          <a:prstGeom prst="straightConnector1">
            <a:avLst/>
          </a:prstGeom>
          <a:noFill/>
          <a:ln cap="flat" cmpd="sng" w="28575">
            <a:solidFill>
              <a:schemeClr val="lt2"/>
            </a:solidFill>
            <a:prstDash val="solid"/>
            <a:round/>
            <a:headEnd len="med" w="med" type="none"/>
            <a:tailEnd len="med" w="med" type="none"/>
          </a:ln>
        </p:spPr>
      </p:cxnSp>
      <p:sp>
        <p:nvSpPr>
          <p:cNvPr id="1044" name="Google Shape;1044;p110"/>
          <p:cNvSpPr/>
          <p:nvPr/>
        </p:nvSpPr>
        <p:spPr>
          <a:xfrm>
            <a:off x="429750" y="21807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10"/>
          <p:cNvSpPr/>
          <p:nvPr/>
        </p:nvSpPr>
        <p:spPr>
          <a:xfrm>
            <a:off x="8622750" y="2180775"/>
            <a:ext cx="91500" cy="91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10"/>
          <p:cNvSpPr/>
          <p:nvPr/>
        </p:nvSpPr>
        <p:spPr>
          <a:xfrm>
            <a:off x="1033350" y="1815075"/>
            <a:ext cx="822900" cy="822900"/>
          </a:xfrm>
          <a:prstGeom prst="ellipse">
            <a:avLst/>
          </a:prstGeom>
          <a:solidFill>
            <a:srgbClr val="9898A8"/>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chemeClr val="dk1"/>
                </a:solidFill>
                <a:latin typeface="Inter"/>
                <a:ea typeface="Inter"/>
                <a:cs typeface="Inter"/>
                <a:sym typeface="Inter"/>
              </a:rPr>
              <a:t>2022</a:t>
            </a:r>
            <a:endParaRPr b="1" sz="1200">
              <a:solidFill>
                <a:schemeClr val="dk1"/>
              </a:solidFill>
              <a:latin typeface="Inter"/>
              <a:ea typeface="Inter"/>
              <a:cs typeface="Inter"/>
              <a:sym typeface="Inter"/>
            </a:endParaRPr>
          </a:p>
        </p:txBody>
      </p:sp>
      <p:sp>
        <p:nvSpPr>
          <p:cNvPr id="1047" name="Google Shape;1047;p110"/>
          <p:cNvSpPr/>
          <p:nvPr/>
        </p:nvSpPr>
        <p:spPr>
          <a:xfrm>
            <a:off x="5202950" y="1815075"/>
            <a:ext cx="822900" cy="822900"/>
          </a:xfrm>
          <a:prstGeom prst="ellipse">
            <a:avLst/>
          </a:prstGeom>
          <a:solidFill>
            <a:srgbClr val="9898A8"/>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chemeClr val="dk1"/>
                </a:solidFill>
                <a:latin typeface="Inter"/>
                <a:ea typeface="Inter"/>
                <a:cs typeface="Inter"/>
                <a:sym typeface="Inter"/>
              </a:rPr>
              <a:t>2024</a:t>
            </a:r>
            <a:endParaRPr b="1" sz="1200">
              <a:solidFill>
                <a:schemeClr val="dk1"/>
              </a:solidFill>
              <a:latin typeface="Inter"/>
              <a:ea typeface="Inter"/>
              <a:cs typeface="Inter"/>
              <a:sym typeface="Inter"/>
            </a:endParaRPr>
          </a:p>
        </p:txBody>
      </p:sp>
      <p:sp>
        <p:nvSpPr>
          <p:cNvPr id="1048" name="Google Shape;1048;p110"/>
          <p:cNvSpPr/>
          <p:nvPr/>
        </p:nvSpPr>
        <p:spPr>
          <a:xfrm>
            <a:off x="3118150" y="1815075"/>
            <a:ext cx="822900" cy="822900"/>
          </a:xfrm>
          <a:prstGeom prst="ellipse">
            <a:avLst/>
          </a:prstGeom>
          <a:solidFill>
            <a:srgbClr val="9898A8"/>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chemeClr val="dk1"/>
                </a:solidFill>
                <a:latin typeface="Inter"/>
                <a:ea typeface="Inter"/>
                <a:cs typeface="Inter"/>
                <a:sym typeface="Inter"/>
              </a:rPr>
              <a:t>2023</a:t>
            </a:r>
            <a:endParaRPr b="1" sz="1200">
              <a:solidFill>
                <a:schemeClr val="dk1"/>
              </a:solidFill>
              <a:latin typeface="Inter"/>
              <a:ea typeface="Inter"/>
              <a:cs typeface="Inter"/>
              <a:sym typeface="Inter"/>
            </a:endParaRPr>
          </a:p>
        </p:txBody>
      </p:sp>
      <p:sp>
        <p:nvSpPr>
          <p:cNvPr id="1049" name="Google Shape;1049;p110"/>
          <p:cNvSpPr/>
          <p:nvPr/>
        </p:nvSpPr>
        <p:spPr>
          <a:xfrm>
            <a:off x="7287750" y="1815075"/>
            <a:ext cx="822900" cy="8229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chemeClr val="dk1"/>
                </a:solidFill>
                <a:latin typeface="Inter"/>
                <a:ea typeface="Inter"/>
                <a:cs typeface="Inter"/>
                <a:sym typeface="Inter"/>
              </a:rPr>
              <a:t>2025</a:t>
            </a:r>
            <a:endParaRPr b="1" sz="1200">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18"/>
          <p:cNvSpPr txBox="1"/>
          <p:nvPr>
            <p:ph type="title"/>
          </p:nvPr>
        </p:nvSpPr>
        <p:spPr>
          <a:xfrm>
            <a:off x="457200" y="445450"/>
            <a:ext cx="8229600" cy="43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Code</a:t>
            </a:r>
            <a:endParaRPr/>
          </a:p>
        </p:txBody>
      </p:sp>
      <p:sp>
        <p:nvSpPr>
          <p:cNvPr id="1158" name="Google Shape;1158;p118"/>
          <p:cNvSpPr txBox="1"/>
          <p:nvPr>
            <p:ph idx="1" type="body"/>
          </p:nvPr>
        </p:nvSpPr>
        <p:spPr>
          <a:xfrm>
            <a:off x="654700" y="1301900"/>
            <a:ext cx="7815600" cy="3069300"/>
          </a:xfrm>
          <a:prstGeom prst="rect">
            <a:avLst/>
          </a:prstGeom>
        </p:spPr>
        <p:txBody>
          <a:bodyPr anchorCtr="0" anchor="ctr" bIns="0" lIns="0" spcFirstLastPara="1" rIns="0" wrap="square" tIns="0">
            <a:normAutofit/>
          </a:bodyPr>
          <a:lstStyle/>
          <a:p>
            <a:pPr indent="0" lvl="0" marL="0" rtl="0" algn="l">
              <a:lnSpc>
                <a:spcPct val="150000"/>
              </a:lnSpc>
              <a:spcBef>
                <a:spcPts val="0"/>
              </a:spcBef>
              <a:spcAft>
                <a:spcPts val="0"/>
              </a:spcAft>
              <a:buNone/>
            </a:pPr>
            <a:r>
              <a:rPr lang="en" sz="900">
                <a:solidFill>
                  <a:schemeClr val="dk2"/>
                </a:solidFill>
                <a:latin typeface="Fira Code Light"/>
                <a:ea typeface="Fira Code Light"/>
                <a:cs typeface="Fira Code Light"/>
                <a:sym typeface="Fira Code Light"/>
              </a:rPr>
              <a:t>@contextmanager</a:t>
            </a:r>
            <a:endParaRPr sz="900">
              <a:solidFill>
                <a:schemeClr val="dk2"/>
              </a:solidFill>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chemeClr val="accent6"/>
                </a:solidFill>
                <a:latin typeface="Fira Code Light"/>
                <a:ea typeface="Fira Code Light"/>
                <a:cs typeface="Fira Code Light"/>
                <a:sym typeface="Fira Code Light"/>
              </a:rPr>
              <a:t>def</a:t>
            </a:r>
            <a:r>
              <a:rPr lang="en" sz="900">
                <a:solidFill>
                  <a:schemeClr val="accent3"/>
                </a:solidFill>
                <a:latin typeface="Fira Code Light"/>
                <a:ea typeface="Fira Code Light"/>
                <a:cs typeface="Fira Code Light"/>
                <a:sym typeface="Fira Code Light"/>
              </a:rPr>
              <a:t> </a:t>
            </a:r>
            <a:r>
              <a:rPr lang="en" sz="900">
                <a:solidFill>
                  <a:schemeClr val="dk2"/>
                </a:solidFill>
                <a:latin typeface="Fira Code Light"/>
                <a:ea typeface="Fira Code Light"/>
                <a:cs typeface="Fira Code Light"/>
                <a:sym typeface="Fira Code Light"/>
              </a:rPr>
              <a:t>create_agent</a:t>
            </a:r>
            <a:r>
              <a:rPr lang="en" sz="900">
                <a:latin typeface="Fira Code Light"/>
                <a:ea typeface="Fira Code Light"/>
                <a:cs typeface="Fira Code Light"/>
                <a:sym typeface="Fira Code Light"/>
              </a:rPr>
              <a:t>(</a:t>
            </a:r>
            <a:r>
              <a:rPr lang="en" sz="900">
                <a:solidFill>
                  <a:schemeClr val="accent6"/>
                </a:solidFill>
                <a:latin typeface="Fira Code Light"/>
                <a:ea typeface="Fira Code Light"/>
                <a:cs typeface="Fira Code Light"/>
                <a:sym typeface="Fira Code Light"/>
              </a:rPr>
              <a:t>api_key</a:t>
            </a:r>
            <a:r>
              <a:rPr lang="en" sz="900">
                <a:latin typeface="Fira Code Light"/>
                <a:ea typeface="Fira Code Light"/>
                <a:cs typeface="Fira Code Light"/>
                <a:sym typeface="Fira Code Light"/>
              </a:rPr>
              <a:t>)</a:t>
            </a:r>
            <a:r>
              <a:rPr lang="en" sz="900">
                <a:solidFill>
                  <a:schemeClr val="accent3"/>
                </a:solidFill>
                <a:latin typeface="Fira Code Light"/>
                <a:ea typeface="Fira Code Light"/>
                <a:cs typeface="Fira Code Light"/>
                <a:sym typeface="Fira Code Light"/>
              </a:rPr>
              <a:t>:</a:t>
            </a:r>
            <a:endParaRPr sz="900">
              <a:solidFill>
                <a:schemeClr val="accent3"/>
              </a:solidFill>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3"/>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model</a:t>
            </a:r>
            <a:r>
              <a:rPr lang="en" sz="900">
                <a:solidFill>
                  <a:schemeClr val="accent3"/>
                </a:solidFill>
                <a:latin typeface="Fira Code Light"/>
                <a:ea typeface="Fira Code Light"/>
                <a:cs typeface="Fira Code Light"/>
                <a:sym typeface="Fira Code Light"/>
              </a:rPr>
              <a:t> </a:t>
            </a:r>
            <a:r>
              <a:rPr lang="en" sz="900">
                <a:latin typeface="Fira Code Light"/>
                <a:ea typeface="Fira Code Light"/>
                <a:cs typeface="Fira Code Light"/>
                <a:sym typeface="Fira Code Light"/>
              </a:rPr>
              <a:t>= ClaudeModel(</a:t>
            </a:r>
            <a:r>
              <a:rPr lang="en" sz="900">
                <a:solidFill>
                  <a:schemeClr val="accent6"/>
                </a:solidFill>
                <a:latin typeface="Fira Code Light"/>
                <a:ea typeface="Fira Code Light"/>
                <a:cs typeface="Fira Code Light"/>
                <a:sym typeface="Fira Code Light"/>
              </a:rPr>
              <a:t>client_args</a:t>
            </a:r>
            <a:r>
              <a:rPr lang="en" sz="900">
                <a:latin typeface="Fira Code Light"/>
                <a:ea typeface="Fira Code Light"/>
                <a:cs typeface="Fira Code Light"/>
                <a:sym typeface="Fira Code Light"/>
              </a:rPr>
              <a:t>={</a:t>
            </a:r>
            <a:r>
              <a:rPr lang="en" sz="900">
                <a:solidFill>
                  <a:schemeClr val="accent4"/>
                </a:solidFill>
                <a:latin typeface="Fira Code Light"/>
                <a:ea typeface="Fira Code Light"/>
                <a:cs typeface="Fira Code Light"/>
                <a:sym typeface="Fira Code Light"/>
              </a:rPr>
              <a:t>"api_key"</a:t>
            </a:r>
            <a:r>
              <a:rPr lang="en" sz="900">
                <a:latin typeface="Fira Code Light"/>
                <a:ea typeface="Fira Code Light"/>
                <a:cs typeface="Fira Code Light"/>
                <a:sym typeface="Fira Code Light"/>
              </a:rPr>
              <a:t>:</a:t>
            </a:r>
            <a:r>
              <a:rPr lang="en" sz="900">
                <a:solidFill>
                  <a:schemeClr val="accent3"/>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api_key</a:t>
            </a:r>
            <a:r>
              <a:rPr lang="en" sz="900">
                <a:latin typeface="Fira Code Light"/>
                <a:ea typeface="Fira Code Light"/>
                <a:cs typeface="Fira Code Light"/>
                <a:sym typeface="Fira Code Light"/>
              </a:rPr>
              <a:t>},</a:t>
            </a:r>
            <a:r>
              <a:rPr lang="en" sz="900">
                <a:solidFill>
                  <a:srgbClr val="000000"/>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model_id</a:t>
            </a:r>
            <a:r>
              <a:rPr lang="en" sz="900">
                <a:latin typeface="Fira Code Light"/>
                <a:ea typeface="Fira Code Light"/>
                <a:cs typeface="Fira Code Light"/>
                <a:sym typeface="Fira Code Light"/>
              </a:rPr>
              <a:t>=</a:t>
            </a:r>
            <a:r>
              <a:rPr lang="en" sz="900">
                <a:solidFill>
                  <a:schemeClr val="accent4"/>
                </a:solidFill>
                <a:latin typeface="Fira Code Light"/>
                <a:ea typeface="Fira Code Light"/>
                <a:cs typeface="Fira Code Light"/>
                <a:sym typeface="Fira Code Light"/>
              </a:rPr>
              <a:t>"claude-3-5-sonnet-20240620"</a:t>
            </a:r>
            <a:r>
              <a:rPr lang="en" sz="900">
                <a:latin typeface="Fira Code Light"/>
                <a:ea typeface="Fira Code Light"/>
                <a:cs typeface="Fira Code Light"/>
                <a:sym typeface="Fira Code Light"/>
              </a:rPr>
              <a:t>)</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3"/>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mcp</a:t>
            </a:r>
            <a:r>
              <a:rPr lang="en" sz="900">
                <a:solidFill>
                  <a:schemeClr val="accent3"/>
                </a:solidFill>
                <a:latin typeface="Fira Code Light"/>
                <a:ea typeface="Fira Code Light"/>
                <a:cs typeface="Fira Code Light"/>
                <a:sym typeface="Fira Code Light"/>
              </a:rPr>
              <a:t> </a:t>
            </a:r>
            <a:r>
              <a:rPr lang="en" sz="900">
                <a:latin typeface="Fira Code Light"/>
                <a:ea typeface="Fira Code Light"/>
                <a:cs typeface="Fira Code Light"/>
                <a:sym typeface="Fira Code Light"/>
              </a:rPr>
              <a:t>=</a:t>
            </a:r>
            <a:r>
              <a:rPr lang="en" sz="900">
                <a:solidFill>
                  <a:schemeClr val="accent3"/>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lambda</a:t>
            </a:r>
            <a:r>
              <a:rPr lang="en" sz="900">
                <a:latin typeface="Fira Code Light"/>
                <a:ea typeface="Fira Code Light"/>
                <a:cs typeface="Fira Code Light"/>
                <a:sym typeface="Fira Code Light"/>
              </a:rPr>
              <a:t>: streamablehttp_client(</a:t>
            </a:r>
            <a:r>
              <a:rPr lang="en" sz="900">
                <a:solidFill>
                  <a:schemeClr val="accent4"/>
                </a:solidFill>
                <a:latin typeface="Fira Code Light"/>
                <a:ea typeface="Fira Code Light"/>
                <a:cs typeface="Fira Code Light"/>
                <a:sym typeface="Fira Code Light"/>
              </a:rPr>
              <a:t>"http://localhost:8001/mcp"</a:t>
            </a:r>
            <a:r>
              <a:rPr lang="en" sz="900">
                <a:latin typeface="Fira Code Light"/>
                <a:ea typeface="Fira Code Light"/>
                <a:cs typeface="Fira Code Light"/>
                <a:sym typeface="Fira Code Light"/>
              </a:rPr>
              <a:t>)</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1"/>
                </a:solidFill>
                <a:latin typeface="Fira Code Light"/>
                <a:ea typeface="Fira Code Light"/>
                <a:cs typeface="Fira Code Light"/>
                <a:sym typeface="Fira Code Light"/>
              </a:rPr>
              <a:t> </a:t>
            </a:r>
            <a:r>
              <a:rPr lang="en" sz="900">
                <a:solidFill>
                  <a:srgbClr val="9898A8"/>
                </a:solidFill>
                <a:latin typeface="Fira Code Light"/>
                <a:ea typeface="Fira Code Light"/>
                <a:cs typeface="Fira Code Light"/>
                <a:sym typeface="Fira Code Light"/>
              </a:rPr>
              <a:t>with</a:t>
            </a:r>
            <a:r>
              <a:rPr lang="en" sz="900">
                <a:solidFill>
                  <a:srgbClr val="000000"/>
                </a:solidFill>
                <a:latin typeface="Fira Code Light"/>
                <a:ea typeface="Fira Code Light"/>
                <a:cs typeface="Fira Code Light"/>
                <a:sym typeface="Fira Code Light"/>
              </a:rPr>
              <a:t> </a:t>
            </a:r>
            <a:r>
              <a:rPr lang="en" sz="900">
                <a:latin typeface="Fira Code Light"/>
                <a:ea typeface="Fira Code Light"/>
                <a:cs typeface="Fira Code Light"/>
                <a:sym typeface="Fira Code Light"/>
              </a:rPr>
              <a:t>MCPClient(</a:t>
            </a:r>
            <a:r>
              <a:rPr lang="en" sz="900">
                <a:solidFill>
                  <a:schemeClr val="accent6"/>
                </a:solidFill>
                <a:latin typeface="Fira Code Light"/>
                <a:ea typeface="Fira Code Light"/>
                <a:cs typeface="Fira Code Light"/>
                <a:sym typeface="Fira Code Light"/>
              </a:rPr>
              <a:t>mcp</a:t>
            </a:r>
            <a:r>
              <a:rPr lang="en" sz="900">
                <a:latin typeface="Fira Code Light"/>
                <a:ea typeface="Fira Code Light"/>
                <a:cs typeface="Fira Code Light"/>
                <a:sym typeface="Fira Code Light"/>
              </a:rPr>
              <a:t>)</a:t>
            </a:r>
            <a:r>
              <a:rPr lang="en" sz="900">
                <a:solidFill>
                  <a:srgbClr val="000000"/>
                </a:solidFill>
                <a:latin typeface="Fira Code Light"/>
                <a:ea typeface="Fira Code Light"/>
                <a:cs typeface="Fira Code Light"/>
                <a:sym typeface="Fira Code Light"/>
              </a:rPr>
              <a:t> </a:t>
            </a:r>
            <a:r>
              <a:rPr lang="en" sz="900">
                <a:solidFill>
                  <a:srgbClr val="9898A8"/>
                </a:solidFill>
                <a:latin typeface="Fira Code Light"/>
                <a:ea typeface="Fira Code Light"/>
                <a:cs typeface="Fira Code Light"/>
                <a:sym typeface="Fira Code Light"/>
              </a:rPr>
              <a:t>as</a:t>
            </a:r>
            <a:r>
              <a:rPr lang="en" sz="900">
                <a:solidFill>
                  <a:srgbClr val="000000"/>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svc</a:t>
            </a:r>
            <a:r>
              <a:rPr lang="en" sz="900">
                <a:latin typeface="Fira Code Light"/>
                <a:ea typeface="Fira Code Light"/>
                <a:cs typeface="Fira Code Light"/>
                <a:sym typeface="Fira Code Light"/>
              </a:rPr>
              <a:t>:</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1"/>
                </a:solidFill>
                <a:latin typeface="Fira Code Light"/>
                <a:ea typeface="Fira Code Light"/>
                <a:cs typeface="Fira Code Light"/>
                <a:sym typeface="Fira Code Light"/>
              </a:rPr>
              <a:t>  </a:t>
            </a:r>
            <a:r>
              <a:rPr lang="en" sz="900">
                <a:solidFill>
                  <a:srgbClr val="9898A8"/>
                </a:solidFill>
                <a:latin typeface="Fira Code Light"/>
                <a:ea typeface="Fira Code Light"/>
                <a:cs typeface="Fira Code Light"/>
                <a:sym typeface="Fira Code Light"/>
              </a:rPr>
              <a:t>yield</a:t>
            </a:r>
            <a:r>
              <a:rPr lang="en" sz="900">
                <a:solidFill>
                  <a:srgbClr val="000000"/>
                </a:solidFill>
                <a:latin typeface="Fira Code Light"/>
                <a:ea typeface="Fira Code Light"/>
                <a:cs typeface="Fira Code Light"/>
                <a:sym typeface="Fira Code Light"/>
              </a:rPr>
              <a:t> </a:t>
            </a:r>
            <a:r>
              <a:rPr lang="en" sz="900">
                <a:latin typeface="Fira Code Light"/>
                <a:ea typeface="Fira Code Light"/>
                <a:cs typeface="Fira Code Light"/>
                <a:sym typeface="Fira Code Light"/>
              </a:rPr>
              <a:t>Agent(</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model</a:t>
            </a:r>
            <a:r>
              <a:rPr lang="en" sz="900">
                <a:latin typeface="Fira Code Light"/>
                <a:ea typeface="Fira Code Light"/>
                <a:cs typeface="Fira Code Light"/>
                <a:sym typeface="Fira Code Light"/>
              </a:rPr>
              <a:t>=</a:t>
            </a:r>
            <a:r>
              <a:rPr lang="en" sz="900">
                <a:solidFill>
                  <a:schemeClr val="accent6"/>
                </a:solidFill>
                <a:latin typeface="Fira Code Light"/>
                <a:ea typeface="Fira Code Light"/>
                <a:cs typeface="Fira Code Light"/>
                <a:sym typeface="Fira Code Light"/>
              </a:rPr>
              <a:t>model</a:t>
            </a:r>
            <a:r>
              <a:rPr lang="en" sz="900">
                <a:latin typeface="Fira Code Light"/>
                <a:ea typeface="Fira Code Light"/>
                <a:cs typeface="Fira Code Light"/>
                <a:sym typeface="Fira Code Light"/>
              </a:rPr>
              <a:t>,</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3"/>
                </a:solidFill>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tools</a:t>
            </a:r>
            <a:r>
              <a:rPr lang="en" sz="900">
                <a:latin typeface="Fira Code Light"/>
                <a:ea typeface="Fira Code Light"/>
                <a:cs typeface="Fira Code Light"/>
                <a:sym typeface="Fira Code Light"/>
              </a:rPr>
              <a:t>=[</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chemeClr val="accent5"/>
                </a:solidFill>
                <a:latin typeface="Fira Code Light"/>
                <a:ea typeface="Fira Code Light"/>
                <a:cs typeface="Fira Code Light"/>
                <a:sym typeface="Fira Code Light"/>
              </a:rPr>
              <a:t>               ## Retrieve background context</a:t>
            </a:r>
            <a:endParaRPr sz="900">
              <a:solidFill>
                <a:schemeClr val="accent5"/>
              </a:solidFill>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latin typeface="Fira Code Light"/>
                <a:ea typeface="Fira Code Light"/>
                <a:cs typeface="Fira Code Light"/>
                <a:sym typeface="Fira Code Light"/>
              </a:rPr>
              <a:t>  retrieve,</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solidFill>
                  <a:schemeClr val="accent2"/>
                </a:solidFill>
                <a:latin typeface="Fira Code Light"/>
                <a:ea typeface="Fira Code Light"/>
                <a:cs typeface="Fira Code Light"/>
                <a:sym typeface="Fira Code Light"/>
              </a:rPr>
              <a:t> </a:t>
            </a:r>
            <a:r>
              <a:rPr lang="en" sz="900">
                <a:solidFill>
                  <a:schemeClr val="accent5"/>
                </a:solidFill>
                <a:latin typeface="Fira Code Light"/>
                <a:ea typeface="Fira Code Light"/>
                <a:cs typeface="Fira Code Light"/>
                <a:sym typeface="Fira Code Light"/>
              </a:rPr>
              <a:t>## The server provides live context of</a:t>
            </a:r>
            <a:endParaRPr sz="900">
              <a:solidFill>
                <a:schemeClr val="accent5"/>
              </a:solidFill>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chemeClr val="accent5"/>
                </a:solidFill>
                <a:latin typeface="Fira Code Light"/>
                <a:ea typeface="Fira Code Light"/>
                <a:cs typeface="Fira Code Light"/>
                <a:sym typeface="Fira Code Light"/>
              </a:rPr>
              <a:t>               ## canonical business objects</a:t>
            </a:r>
            <a:endParaRPr sz="900">
              <a:solidFill>
                <a:schemeClr val="accent5"/>
              </a:solidFill>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rgbClr val="000000"/>
                </a:solidFill>
                <a:latin typeface="Fira Code Light"/>
                <a:ea typeface="Fira Code Light"/>
                <a:cs typeface="Fira Code Light"/>
                <a:sym typeface="Fira Code Light"/>
              </a:rPr>
              <a:t>            </a:t>
            </a:r>
            <a:r>
              <a:rPr lang="en" sz="900">
                <a:latin typeface="Fira Code Light"/>
                <a:ea typeface="Fira Code Light"/>
                <a:cs typeface="Fira Code Light"/>
                <a:sym typeface="Fira Code Light"/>
              </a:rPr>
              <a:t>   *</a:t>
            </a:r>
            <a:r>
              <a:rPr lang="en" sz="900">
                <a:solidFill>
                  <a:schemeClr val="accent6"/>
                </a:solidFill>
                <a:latin typeface="Fira Code Light"/>
                <a:ea typeface="Fira Code Light"/>
                <a:cs typeface="Fira Code Light"/>
                <a:sym typeface="Fira Code Light"/>
              </a:rPr>
              <a:t>svc</a:t>
            </a:r>
            <a:r>
              <a:rPr lang="en" sz="900">
                <a:latin typeface="Fira Code Light"/>
                <a:ea typeface="Fira Code Light"/>
                <a:cs typeface="Fira Code Light"/>
                <a:sym typeface="Fira Code Light"/>
              </a:rPr>
              <a:t>.list_tools_sync()</a:t>
            </a:r>
            <a:endParaRPr sz="900">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solidFill>
                  <a:schemeClr val="accent5"/>
                </a:solidFill>
                <a:latin typeface="Fira Code Light"/>
                <a:ea typeface="Fira Code Light"/>
                <a:cs typeface="Fira Code Light"/>
                <a:sym typeface="Fira Code Light"/>
              </a:rPr>
              <a:t>               ## Add other tools allowing the agent to take actions</a:t>
            </a:r>
            <a:endParaRPr sz="900">
              <a:solidFill>
                <a:schemeClr val="accent5"/>
              </a:solidFill>
              <a:latin typeface="Fira Code Light"/>
              <a:ea typeface="Fira Code Light"/>
              <a:cs typeface="Fira Code Light"/>
              <a:sym typeface="Fira Code Light"/>
            </a:endParaRPr>
          </a:p>
          <a:p>
            <a:pPr indent="0" lvl="0" marL="0" rtl="0" algn="l">
              <a:lnSpc>
                <a:spcPct val="150000"/>
              </a:lnSpc>
              <a:spcBef>
                <a:spcPts val="0"/>
              </a:spcBef>
              <a:spcAft>
                <a:spcPts val="0"/>
              </a:spcAft>
              <a:buNone/>
            </a:pPr>
            <a:r>
              <a:rPr lang="en" sz="900">
                <a:latin typeface="Fira Code Light"/>
                <a:ea typeface="Fira Code Light"/>
                <a:cs typeface="Fira Code Light"/>
                <a:sym typeface="Fira Code Light"/>
              </a:rPr>
              <a:t>           ])</a:t>
            </a:r>
            <a:endParaRPr sz="900">
              <a:solidFill>
                <a:schemeClr val="accent3"/>
              </a:solidFill>
              <a:latin typeface="Fira Code Light"/>
              <a:ea typeface="Fira Code Light"/>
              <a:cs typeface="Fira Code Light"/>
              <a:sym typeface="Fira Code Light"/>
            </a:endParaRPr>
          </a:p>
        </p:txBody>
      </p:sp>
      <p:sp>
        <p:nvSpPr>
          <p:cNvPr id="1159" name="Google Shape;1159;p118"/>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19"/>
          <p:cNvSpPr txBox="1"/>
          <p:nvPr>
            <p:ph idx="12" type="sldNum"/>
          </p:nvPr>
        </p:nvSpPr>
        <p:spPr>
          <a:xfrm>
            <a:off x="8412600" y="4690875"/>
            <a:ext cx="274200" cy="4572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1165" name="Google Shape;1165;p119"/>
          <p:cNvSpPr txBox="1"/>
          <p:nvPr>
            <p:ph idx="1" type="subTitle"/>
          </p:nvPr>
        </p:nvSpPr>
        <p:spPr>
          <a:xfrm>
            <a:off x="1856225" y="3255275"/>
            <a:ext cx="5431500" cy="1435500"/>
          </a:xfrm>
          <a:prstGeom prst="rect">
            <a:avLst/>
          </a:prstGeom>
        </p:spPr>
        <p:txBody>
          <a:bodyPr anchorCtr="0" anchor="t" bIns="0" lIns="0" spcFirstLastPara="1" rIns="0" wrap="square" tIns="0">
            <a:normAutofit/>
          </a:bodyPr>
          <a:lstStyle/>
          <a:p>
            <a:pPr indent="0" lvl="0" marL="0" rtl="0" algn="ctr">
              <a:spcBef>
                <a:spcPts val="0"/>
              </a:spcBef>
              <a:spcAft>
                <a:spcPts val="0"/>
              </a:spcAft>
              <a:buNone/>
            </a:pPr>
            <a:r>
              <a:rPr lang="en" sz="1200">
                <a:solidFill>
                  <a:schemeClr val="dk1"/>
                </a:solidFill>
              </a:rPr>
              <a:t>Firstname Lastname</a:t>
            </a:r>
            <a:endParaRPr sz="1200">
              <a:solidFill>
                <a:schemeClr val="dk1"/>
              </a:solidFill>
            </a:endParaRPr>
          </a:p>
          <a:p>
            <a:pPr indent="0" lvl="0" marL="0" rtl="0" algn="ctr">
              <a:spcBef>
                <a:spcPts val="400"/>
              </a:spcBef>
              <a:spcAft>
                <a:spcPts val="400"/>
              </a:spcAft>
              <a:buNone/>
            </a:pPr>
            <a:r>
              <a:rPr i="1" lang="en" sz="1000"/>
              <a:t>Job Title</a:t>
            </a:r>
            <a:endParaRPr i="1" sz="1200"/>
          </a:p>
        </p:txBody>
      </p:sp>
      <p:sp>
        <p:nvSpPr>
          <p:cNvPr id="1166" name="Google Shape;1166;p119"/>
          <p:cNvSpPr txBox="1"/>
          <p:nvPr>
            <p:ph type="title"/>
          </p:nvPr>
        </p:nvSpPr>
        <p:spPr>
          <a:xfrm>
            <a:off x="457200" y="2481100"/>
            <a:ext cx="8229600" cy="6156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ycoworks">
  <a:themeElements>
    <a:clrScheme name="tycoworks">
      <a:dk1>
        <a:srgbClr val="FFFFFF"/>
      </a:dk1>
      <a:lt1>
        <a:srgbClr val="1A1A2E"/>
      </a:lt1>
      <a:dk2>
        <a:srgbClr val="7C3AED"/>
      </a:dk2>
      <a:lt2>
        <a:srgbClr val="EDE9FE"/>
      </a:lt2>
      <a:accent1>
        <a:srgbClr val="F59E0B"/>
      </a:accent1>
      <a:accent2>
        <a:srgbClr val="34D399"/>
      </a:accent2>
      <a:accent3>
        <a:srgbClr val="60A5FA"/>
      </a:accent3>
      <a:accent4>
        <a:srgbClr val="7C3AED"/>
      </a:accent4>
      <a:accent5>
        <a:srgbClr val="059669"/>
      </a:accent5>
      <a:accent6>
        <a:srgbClr val="2563EB"/>
      </a:accent6>
      <a:hlink>
        <a:srgbClr val="60A5FA"/>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