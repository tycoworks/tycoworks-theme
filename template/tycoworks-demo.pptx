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14.xml"/>
  <Override ContentType="application/vnd.openxmlformats-officedocument.presentationml.notesSlide+xml" PartName="/ppt/notesSlides/notesSlide1.xml"/>
  <Override ContentType="application/vnd.openxmlformats-officedocument.presentationml.notesSlide+xml" PartName="/ppt/notesSlides/notesSlide10.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2.xml"/>
  <Override ContentType="application/vnd.openxmlformats-officedocument.presentationml.notesSlide+xml" PartName="/ppt/notesSlides/notesSlide4.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18.xml"/>
  <Override ContentType="application/vnd.openxmlformats-officedocument.presentationml.notesSlide+xml" PartName="/ppt/notesSlides/notesSlide3.xml"/>
  <Override ContentType="application/vnd.openxmlformats-officedocument.presentationml.notesSlide+xml" PartName="/ppt/notesSlides/notesSlide15.xml"/>
  <Override ContentType="application/vnd.openxmlformats-officedocument.presentationml.notesSlide+xml" PartName="/ppt/notesSlides/notesSlide13.xml"/>
  <Override ContentType="application/vnd.openxmlformats-officedocument.presentationml.notesSlide+xml" PartName="/ppt/notesSlides/notesSlide7.xml"/>
  <Override ContentType="application/vnd.openxmlformats-officedocument.presentationml.tableStyles+xml" PartName="/ppt/tableStyles.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2.xml"/>
  <Override ContentType="application/vnd.openxmlformats-officedocument.presentationml.slideLayout+xml" PartName="/ppt/slideLayouts/slideLayout5.xml"/>
  <Override ContentType="application/vnd.openxmlformats-officedocument.presentationml.slideLayout+xml" PartName="/ppt/slideLayouts/slideLayout35.xml"/>
  <Override ContentType="application/vnd.openxmlformats-officedocument.presentationml.slideLayout+xml" PartName="/ppt/slideLayouts/slideLayout49.xml"/>
  <Override ContentType="application/vnd.openxmlformats-officedocument.presentationml.slideLayout+xml" PartName="/ppt/slideLayouts/slideLayout33.xml"/>
  <Override ContentType="application/vnd.openxmlformats-officedocument.presentationml.slideLayout+xml" PartName="/ppt/slideLayouts/slideLayout17.xml"/>
  <Override ContentType="application/vnd.openxmlformats-officedocument.presentationml.slideLayout+xml" PartName="/ppt/slideLayouts/slideLayout4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27.xml"/>
  <Override ContentType="application/vnd.openxmlformats-officedocument.presentationml.slideLayout+xml" PartName="/ppt/slideLayouts/slideLayout45.xml"/>
  <Override ContentType="application/vnd.openxmlformats-officedocument.presentationml.slideMaster+xml" PartName="/ppt/slideMasters/slideMaster1.xml"/>
  <Override ContentType="application/vnd.openxmlformats-officedocument.presentationml.slide+xml" PartName="/ppt/slides/slide15.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xml"/>
  <Override ContentType="application/vnd.openxmlformats-officedocument.presentationml.slide+xml" PartName="/ppt/slides/slide9.xml"/>
  <Override ContentType="application/vnd.openxmlformats-officedocument.presentationml.slide+xml" PartName="/ppt/slides/slide11.xml"/>
  <Override ContentType="application/vnd.openxmlformats-officedocument.presentationml.slide+xml" PartName="/ppt/slides/slide7.xml"/>
  <Override ContentType="application/vnd.openxmlformats-officedocument.presentationml.slide+xml" PartName="/ppt/slides/slide13.xml"/>
  <Override ContentType="application/vnd.openxmlformats-officedocument.presentationml.slide+xml" PartName="/ppt/slides/slide3.xml"/>
  <Override ContentType="application/vnd.openxmlformats-officedocument.presentationml.slide+xml" PartName="/ppt/slides/slide10.xml"/>
  <Override ContentType="application/vnd.openxmlformats-officedocument.presentationml.slide+xml" PartName="/ppt/slides/slide18.xml"/>
  <Override ContentType="application/vnd.openxmlformats-officedocument.presentationml.slide+xml" PartName="/ppt/slides/slide16.xml"/>
  <Override ContentType="application/vnd.openxmlformats-officedocument.presentationml.slide+xml" PartName="/ppt/slides/slide1.xml"/>
  <Override ContentType="application/vnd.openxmlformats-officedocument.presentationml.slide+xml" PartName="/ppt/slides/slide17.xml"/>
  <Override ContentType="application/vnd.openxmlformats-officedocument.presentationml.slide+xml" PartName="/ppt/slides/slide12.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702" r:id="rId4"/>
  </p:sldMasterIdLst>
  <p:notesMasterIdLst>
    <p:notesMasterId r:id="rId5"/>
  </p:notesMasterIdLst>
  <p:sldIdLst>
    <p:sldId id="256" r:id="rId6"/>
    <p:sldId id="257" r:id="rId8"/>
    <p:sldId id="258" r:id="rId11"/>
    <p:sldId id="259" r:id="rId16"/>
    <p:sldId id="260" r:id="rId20"/>
    <p:sldId id="261" r:id="rId22"/>
    <p:sldId id="262" r:id="rId28"/>
    <p:sldId id="263" r:id="rId36"/>
    <p:sldId id="264" r:id="rId42"/>
    <p:sldId id="265" r:id="rId44"/>
    <p:sldId id="266" r:id="rId46"/>
    <p:sldId id="267" r:id="rId50"/>
    <p:sldId id="268" r:id="rId54"/>
    <p:sldId id="269" r:id="rId56"/>
    <p:sldId id="270" r:id="rId57"/>
    <p:sldId id="271" r:id="rId60"/>
    <p:sldId id="272" r:id="rId68"/>
    <p:sldId id="273" r:id="rId69"/>
  </p:sldIdLst>
  <p:sldSz cy="5143500" cx="9144000"/>
  <p:notesSz cx="6858000" cy="9144000"/>
  <p:embeddedFontLst>
    <p:embeddedFont>
      <p:font typeface="Fira Code Light"/>
      <p:regular r:id="rId80"/>
      <p:bold r:id="rId81"/>
    </p:embeddedFont>
    <p:embeddedFont>
      <p:font typeface="Inter SemiBold"/>
      <p:regular r:id="rId82"/>
      <p:bold r:id="rId83"/>
      <p:italic r:id="rId84"/>
      <p:boldItalic r:id="rId85"/>
    </p:embeddedFont>
    <p:embeddedFont>
      <p:font typeface="Inter"/>
      <p:regular r:id="rId86"/>
      <p:bold r:id="rId87"/>
      <p:italic r:id="rId88"/>
      <p:boldItalic r:id="rId89"/>
    </p:embeddedFont>
    <p:embeddedFont>
      <p:font typeface="Fira Code"/>
      <p:regular r:id="rId94"/>
      <p:bold r:id="rId95"/>
    </p:embeddedFont>
    <p:embeddedFont>
      <p:font typeface="Inter Medium"/>
      <p:regular r:id="rId96"/>
      <p:bold r:id="rId97"/>
      <p:italic r:id="rId98"/>
      <p:boldItalic r:id="rId9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BD8B079-4B57-4066-A3C3-005C280EA072}">
  <a:tblStyle styleId="{4BD8B079-4B57-4066-A3C3-005C280EA072}"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2" Type="http://schemas.openxmlformats.org/officeDocument/2006/relationships/slide" Target="slides/slide9.xml"/><Relationship Id="rId44" Type="http://schemas.openxmlformats.org/officeDocument/2006/relationships/slide" Target="slides/slide10.xml"/><Relationship Id="rId46" Type="http://schemas.openxmlformats.org/officeDocument/2006/relationships/slide" Target="slides/slide11.xml"/><Relationship Id="rId36" Type="http://schemas.openxmlformats.org/officeDocument/2006/relationships/slide" Target="slides/slide8.xml"/><Relationship Id="rId20" Type="http://schemas.openxmlformats.org/officeDocument/2006/relationships/slide" Target="slides/slide5.xml"/><Relationship Id="rId22" Type="http://schemas.openxmlformats.org/officeDocument/2006/relationships/slide" Target="slides/slide6.xml"/><Relationship Id="rId28" Type="http://schemas.openxmlformats.org/officeDocument/2006/relationships/slide" Target="slides/slide7.xml"/><Relationship Id="rId95" Type="http://schemas.openxmlformats.org/officeDocument/2006/relationships/font" Target="fonts/FiraCode-bold.fntdata"/><Relationship Id="rId94" Type="http://schemas.openxmlformats.org/officeDocument/2006/relationships/font" Target="fonts/FiraCode-regular.fntdata"/><Relationship Id="rId97" Type="http://schemas.openxmlformats.org/officeDocument/2006/relationships/font" Target="fonts/InterMedium-bold.fntdata"/><Relationship Id="rId96" Type="http://schemas.openxmlformats.org/officeDocument/2006/relationships/font" Target="fonts/InterMedium-regular.fntdata"/><Relationship Id="rId11" Type="http://schemas.openxmlformats.org/officeDocument/2006/relationships/slide" Target="slides/slide3.xml"/><Relationship Id="rId99" Type="http://schemas.openxmlformats.org/officeDocument/2006/relationships/font" Target="fonts/InterMedium-boldItalic.fntdata"/><Relationship Id="rId98" Type="http://schemas.openxmlformats.org/officeDocument/2006/relationships/font" Target="fonts/InterMedium-italic.fntdata"/><Relationship Id="rId16" Type="http://schemas.openxmlformats.org/officeDocument/2006/relationships/slide" Target="slides/slide4.xml"/><Relationship Id="rId84" Type="http://schemas.openxmlformats.org/officeDocument/2006/relationships/font" Target="fonts/InterSemiBold-italic.fntdata"/><Relationship Id="rId83" Type="http://schemas.openxmlformats.org/officeDocument/2006/relationships/font" Target="fonts/InterSemiBold-bold.fntdata"/><Relationship Id="rId86" Type="http://schemas.openxmlformats.org/officeDocument/2006/relationships/font" Target="fonts/Inter-regular.fntdata"/><Relationship Id="rId85" Type="http://schemas.openxmlformats.org/officeDocument/2006/relationships/font" Target="fonts/InterSemiBold-boldItalic.fntdata"/><Relationship Id="rId88" Type="http://schemas.openxmlformats.org/officeDocument/2006/relationships/font" Target="fonts/Inter-italic.fntdata"/><Relationship Id="rId87" Type="http://schemas.openxmlformats.org/officeDocument/2006/relationships/font" Target="fonts/Inter-bold.fntdata"/><Relationship Id="rId89" Type="http://schemas.openxmlformats.org/officeDocument/2006/relationships/font" Target="fonts/Inter-boldItalic.fntdata"/><Relationship Id="rId80" Type="http://schemas.openxmlformats.org/officeDocument/2006/relationships/font" Target="fonts/FiraCodeLight-regular.fntdata"/><Relationship Id="rId82" Type="http://schemas.openxmlformats.org/officeDocument/2006/relationships/font" Target="fonts/InterSemiBold-regular.fntdata"/><Relationship Id="rId81" Type="http://schemas.openxmlformats.org/officeDocument/2006/relationships/font" Target="fonts/FiraCodeLight-bold.fntdata"/><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68" Type="http://schemas.openxmlformats.org/officeDocument/2006/relationships/slide" Target="slides/slide17.xml"/><Relationship Id="rId60" Type="http://schemas.openxmlformats.org/officeDocument/2006/relationships/slide" Target="slides/slide16.xml"/><Relationship Id="rId69" Type="http://schemas.openxmlformats.org/officeDocument/2006/relationships/slide" Target="slides/slide18.xml"/><Relationship Id="rId50" Type="http://schemas.openxmlformats.org/officeDocument/2006/relationships/slide" Target="slides/slide12.xml"/><Relationship Id="rId54" Type="http://schemas.openxmlformats.org/officeDocument/2006/relationships/slide" Target="slides/slide13.xml"/><Relationship Id="rId57" Type="http://schemas.openxmlformats.org/officeDocument/2006/relationships/slide" Target="slides/slide15.xml"/><Relationship Id="rId56"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g3813cea722f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1" name="Google Shape;481;g3813cea722f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2" name="Shape 492"/>
        <p:cNvGrpSpPr/>
        <p:nvPr/>
      </p:nvGrpSpPr>
      <p:grpSpPr>
        <a:xfrm>
          <a:off x="0" y="0"/>
          <a:ext cx="0" cy="0"/>
          <a:chOff x="0" y="0"/>
          <a:chExt cx="0" cy="0"/>
        </a:xfrm>
      </p:grpSpPr>
      <p:sp>
        <p:nvSpPr>
          <p:cNvPr id="493" name="Google Shape;493;g38ec0274a5d_0_5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4" name="Google Shape;494;g38ec0274a5d_0_5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g3826a15911a_0_29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7" name="Google Shape;537;g3826a15911a_0_2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7" name="Shape 567"/>
        <p:cNvGrpSpPr/>
        <p:nvPr/>
      </p:nvGrpSpPr>
      <p:grpSpPr>
        <a:xfrm>
          <a:off x="0" y="0"/>
          <a:ext cx="0" cy="0"/>
          <a:chOff x="0" y="0"/>
          <a:chExt cx="0" cy="0"/>
        </a:xfrm>
      </p:grpSpPr>
      <p:sp>
        <p:nvSpPr>
          <p:cNvPr id="568" name="Google Shape;568;g38ce3d0a4e1_1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69" name="Google Shape;569;g38ce3d0a4e1_1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38ce3d0a4e1_2_38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38ce3d0a4e1_2_3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6" name="Shape 616"/>
        <p:cNvGrpSpPr/>
        <p:nvPr/>
      </p:nvGrpSpPr>
      <p:grpSpPr>
        <a:xfrm>
          <a:off x="0" y="0"/>
          <a:ext cx="0" cy="0"/>
          <a:chOff x="0" y="0"/>
          <a:chExt cx="0" cy="0"/>
        </a:xfrm>
      </p:grpSpPr>
      <p:sp>
        <p:nvSpPr>
          <p:cNvPr id="617" name="Google Shape;617;g38ec0274a5d_0_3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8" name="Google Shape;618;g38ec0274a5d_0_3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9" name="Shape 679"/>
        <p:cNvGrpSpPr/>
        <p:nvPr/>
      </p:nvGrpSpPr>
      <p:grpSpPr>
        <a:xfrm>
          <a:off x="0" y="0"/>
          <a:ext cx="0" cy="0"/>
          <a:chOff x="0" y="0"/>
          <a:chExt cx="0" cy="0"/>
        </a:xfrm>
      </p:grpSpPr>
      <p:sp>
        <p:nvSpPr>
          <p:cNvPr id="680" name="Google Shape;680;g38ce3d0a4e1_2_4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1" name="Google Shape;681;g38ce3d0a4e1_2_4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3" name="Shape 773"/>
        <p:cNvGrpSpPr/>
        <p:nvPr/>
      </p:nvGrpSpPr>
      <p:grpSpPr>
        <a:xfrm>
          <a:off x="0" y="0"/>
          <a:ext cx="0" cy="0"/>
          <a:chOff x="0" y="0"/>
          <a:chExt cx="0" cy="0"/>
        </a:xfrm>
      </p:grpSpPr>
      <p:sp>
        <p:nvSpPr>
          <p:cNvPr id="774" name="Google Shape;774;g3838513eaec_1_5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5" name="Google Shape;775;g3838513eaec_1_5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8" name="Shape 848"/>
        <p:cNvGrpSpPr/>
        <p:nvPr/>
      </p:nvGrpSpPr>
      <p:grpSpPr>
        <a:xfrm>
          <a:off x="0" y="0"/>
          <a:ext cx="0" cy="0"/>
          <a:chOff x="0" y="0"/>
          <a:chExt cx="0" cy="0"/>
        </a:xfrm>
      </p:grpSpPr>
      <p:sp>
        <p:nvSpPr>
          <p:cNvPr id="849" name="Google Shape;849;g38ce3d0a4e1_2_5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0" name="Google Shape;850;g38ce3d0a4e1_2_5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g38ce3d0a4e1_2_5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6" name="Google Shape;866;g38ce3d0a4e1_2_5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0" name="Shape 880"/>
        <p:cNvGrpSpPr/>
        <p:nvPr/>
      </p:nvGrpSpPr>
      <p:grpSpPr>
        <a:xfrm>
          <a:off x="0" y="0"/>
          <a:ext cx="0" cy="0"/>
          <a:chOff x="0" y="0"/>
          <a:chExt cx="0" cy="0"/>
        </a:xfrm>
      </p:grpSpPr>
      <p:sp>
        <p:nvSpPr>
          <p:cNvPr id="881" name="Google Shape;881;g3eb3adbafe9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2" name="Google Shape;882;g3eb3adbafe9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6" name="Shape 916"/>
        <p:cNvGrpSpPr/>
        <p:nvPr/>
      </p:nvGrpSpPr>
      <p:grpSpPr>
        <a:xfrm>
          <a:off x="0" y="0"/>
          <a:ext cx="0" cy="0"/>
          <a:chOff x="0" y="0"/>
          <a:chExt cx="0" cy="0"/>
        </a:xfrm>
      </p:grpSpPr>
      <p:sp>
        <p:nvSpPr>
          <p:cNvPr id="917" name="Google Shape;917;g38ec0274a5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8" name="Google Shape;918;g38ec0274a5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7" name="Shape 957"/>
        <p:cNvGrpSpPr/>
        <p:nvPr/>
      </p:nvGrpSpPr>
      <p:grpSpPr>
        <a:xfrm>
          <a:off x="0" y="0"/>
          <a:ext cx="0" cy="0"/>
          <a:chOff x="0" y="0"/>
          <a:chExt cx="0" cy="0"/>
        </a:xfrm>
      </p:grpSpPr>
      <p:sp>
        <p:nvSpPr>
          <p:cNvPr id="958" name="Google Shape;958;g38ce3d0a4e1_3_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9" name="Google Shape;959;g38ce3d0a4e1_3_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3874cf56978_0_1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0" name="Google Shape;980;g3874cf56978_0_1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3eb3adbafe9_0_48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4" name="Google Shape;994;g3eb3adbafe9_0_4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8ce3d0a4e1_3_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8ce3d0a4e1_3_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3" name="Shape 1153"/>
        <p:cNvGrpSpPr/>
        <p:nvPr/>
      </p:nvGrpSpPr>
      <p:grpSpPr>
        <a:xfrm>
          <a:off x="0" y="0"/>
          <a:ext cx="0" cy="0"/>
          <a:chOff x="0" y="0"/>
          <a:chExt cx="0" cy="0"/>
        </a:xfrm>
      </p:grpSpPr>
      <p:sp>
        <p:nvSpPr>
          <p:cNvPr id="1154" name="Google Shape;1154;g36fa0a59d13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5" name="Google Shape;1155;g36fa0a59d1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0" name="Shape 1160"/>
        <p:cNvGrpSpPr/>
        <p:nvPr/>
      </p:nvGrpSpPr>
      <p:grpSpPr>
        <a:xfrm>
          <a:off x="0" y="0"/>
          <a:ext cx="0" cy="0"/>
          <a:chOff x="0" y="0"/>
          <a:chExt cx="0" cy="0"/>
        </a:xfrm>
      </p:grpSpPr>
      <p:sp>
        <p:nvSpPr>
          <p:cNvPr id="1161" name="Google Shape;1161;g3eb3adbafe9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2" name="Google Shape;1162;g3eb3adbafe9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jp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2w.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 Id="rId3"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 Id="rId3"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 Id="rId3"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2.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jpg"/><Relationship Id="rId3" Type="http://schemas.openxmlformats.org/officeDocument/2006/relationships/image" Target="../media/image2w.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9" name="Shape 9"/>
        <p:cNvGrpSpPr/>
        <p:nvPr/>
      </p:nvGrpSpPr>
      <p:grpSpPr>
        <a:xfrm>
          <a:off x="0" y="0"/>
          <a:ext cx="0" cy="0"/>
          <a:chOff x="0" y="0"/>
          <a:chExt cx="0" cy="0"/>
        </a:xfrm>
      </p:grpSpPr>
      <p:sp>
        <p:nvSpPr>
          <p:cNvPr id="10" name="Google Shape;10;p2"/>
          <p:cNvSpPr txBox="1"/>
          <p:nvPr>
            <p:ph type="ctrTitle"/>
          </p:nvPr>
        </p:nvSpPr>
        <p:spPr>
          <a:xfrm>
            <a:off x="457200" y="744575"/>
            <a:ext cx="8229600" cy="2135700"/>
          </a:xfrm>
          <a:prstGeom prst="rect">
            <a:avLst/>
          </a:prstGeom>
        </p:spPr>
        <p:txBody>
          <a:bodyPr anchorCtr="0" anchor="b" bIns="0" lIns="0" spcFirstLastPara="1" rIns="0" wrap="square" tIns="0">
            <a:normAutofit/>
          </a:bodyPr>
          <a:lstStyle>
            <a:lvl1pPr lvl="0">
              <a:spcBef>
                <a:spcPts val="0"/>
              </a:spcBef>
              <a:spcAft>
                <a:spcPts val="0"/>
              </a:spcAft>
              <a:buSzPts val="4000"/>
              <a:buNone/>
              <a:defRPr sz="40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457200" y="3108875"/>
            <a:ext cx="8229600" cy="1581900"/>
          </a:xfrm>
          <a:prstGeom prst="rect">
            <a:avLst/>
          </a:prstGeom>
        </p:spPr>
        <p:txBody>
          <a:bodyPr anchorCtr="0" anchor="t" bIns="0" lIns="0" spcFirstLastPara="1" rIns="0" wrap="square" tIns="0">
            <a:normAutofit/>
          </a:bodyPr>
          <a:lstStyle>
            <a:lvl1pPr lvl="0">
              <a:lnSpc>
                <a:spcPct val="100000"/>
              </a:lnSpc>
              <a:spcBef>
                <a:spcPts val="0"/>
              </a:spcBef>
              <a:spcAft>
                <a:spcPts val="0"/>
              </a:spcAft>
              <a:buSzPts val="2000"/>
              <a:buNone/>
              <a:defRPr sz="20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147304" y="4690872"/>
            <a:ext cx="539400" cy="457200"/>
          </a:xfrm>
          <a:prstGeom prst="rect">
            <a:avLst/>
          </a:prstGeom>
        </p:spPr>
        <p:txBody>
          <a:bodyPr anchorCtr="0" anchor="ctr" bIns="0" lIns="0" spcFirstLastPara="1" rIns="0" wrap="square" tIns="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pic>
        <p:nvPicPr>
          <p:cNvPr id="13" name="Google Shape;13;p2" title="logo_wordmark.png"/>
          <p:cNvPicPr preferRelativeResize="0"/>
          <p:nvPr/>
        </p:nvPicPr>
        <p:blipFill>
          <a:blip r:embed="rId3">
            <a:alphaModFix/>
          </a:blip>
          <a:stretch>
            <a:fillRect/>
          </a:stretch>
        </p:blipFill>
        <p:spPr>
          <a:xfrm>
            <a:off x="457200" y="533400"/>
            <a:ext cx="1399025" cy="304677"/>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 Dark" type="secHead">
  <p:cSld name="SECTION_HEADER">
    <p:bg>
      <p:bgPr>
        <a:blipFill>
          <a:blip r:embed="rId2">
            <a:alphaModFix/>
          </a:blip>
          <a:stretch>
            <a:fillRect/>
          </a:stretch>
        </a:blipFill>
      </p:bgPr>
    </p:bg>
    <p:spTree>
      <p:nvGrpSpPr>
        <p:cNvPr id="14" name="Shape 14"/>
        <p:cNvGrpSpPr/>
        <p:nvPr/>
      </p:nvGrpSpPr>
      <p:grpSpPr>
        <a:xfrm>
          <a:off x="0" y="0"/>
          <a:ext cx="0" cy="0"/>
          <a:chOff x="0" y="0"/>
          <a:chExt cx="0" cy="0"/>
        </a:xfrm>
      </p:grpSpPr>
      <p:sp>
        <p:nvSpPr>
          <p:cNvPr id="15" name="Google Shape;15;p3"/>
          <p:cNvSpPr txBox="1"/>
          <p:nvPr>
            <p:ph type="title"/>
          </p:nvPr>
        </p:nvSpPr>
        <p:spPr>
          <a:xfrm>
            <a:off x="1156800" y="1363200"/>
            <a:ext cx="6830400" cy="2112300"/>
          </a:xfrm>
          <a:prstGeom prst="rect">
            <a:avLst/>
          </a:prstGeom>
        </p:spPr>
        <p:txBody>
          <a:bodyPr anchorCtr="0" anchor="ctr" bIns="0" lIns="0" spcFirstLastPara="1" rIns="0" wrap="square" tIns="0">
            <a:normAutofit/>
          </a:bodyPr>
          <a:lstStyle>
            <a:lvl1pPr lvl="0" algn="ctr">
              <a:spcBef>
                <a:spcPts val="0"/>
              </a:spcBef>
              <a:spcAft>
                <a:spcPts val="0"/>
              </a:spcAft>
              <a:buSzPts val="3200"/>
              <a:buNone/>
              <a:defRPr sz="3200"/>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pic>
        <p:nvPicPr>
          <p:cNvPr id="16" name="Google Shape;16;p3" title="logo_logomark-9.png"/>
          <p:cNvPicPr preferRelativeResize="0"/>
          <p:nvPr/>
        </p:nvPicPr>
        <p:blipFill>
          <a:blip r:embed="rId3">
            <a:alphaModFix/>
          </a:blip>
          <a:stretch>
            <a:fillRect/>
          </a:stretch>
        </p:blipFill>
        <p:spPr>
          <a:xfrm>
            <a:off x="457199" y="4837175"/>
            <a:ext cx="197509" cy="164592"/>
          </a:xfrm>
          <a:prstGeom prst="rect">
            <a:avLst/>
          </a:prstGeom>
          <a:noFill/>
          <a:ln>
            <a:noFill/>
          </a:ln>
        </p:spPr>
      </p:pic>
      <p:sp>
        <p:nvSpPr>
          <p:cNvPr id="17" name="Google Shape;17;p3"/>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8" name="Google Shape;18;p3"/>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chemeClr val="lt2"/>
                </a:solidFill>
                <a:latin typeface="Inter"/>
                <a:ea typeface="Inter"/>
                <a:cs typeface="Inter"/>
                <a:sym typeface="Inter"/>
              </a:rPr>
              <a:t>Copyright © 2026 tycoworks. All Rights Reserved.</a:t>
            </a:r>
            <a:endParaRPr sz="600">
              <a:solidFill>
                <a:schemeClr val="lt2"/>
              </a:solidFill>
              <a:latin typeface="Inter"/>
              <a:ea typeface="Inter"/>
              <a:cs typeface="Inter"/>
              <a:sym typeface="Inte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Light">
  <p:cSld name="TITLE_AND_BODY_2">
    <p:bg>
      <p:bgPr>
        <a:solidFill>
          <a:schemeClr val="dk1"/>
        </a:solidFill>
      </p:bgPr>
    </p:bg>
    <p:spTree>
      <p:nvGrpSpPr>
        <p:cNvPr id="31" name="Shape 31"/>
        <p:cNvGrpSpPr/>
        <p:nvPr/>
      </p:nvGrpSpPr>
      <p:grpSpPr>
        <a:xfrm>
          <a:off x="0" y="0"/>
          <a:ext cx="0" cy="0"/>
          <a:chOff x="0" y="0"/>
          <a:chExt cx="0" cy="0"/>
        </a:xfrm>
      </p:grpSpPr>
      <p:sp>
        <p:nvSpPr>
          <p:cNvPr id="32" name="Google Shape;32;p6"/>
          <p:cNvSpPr txBox="1"/>
          <p:nvPr>
            <p:ph type="title"/>
          </p:nvPr>
        </p:nvSpPr>
        <p:spPr>
          <a:xfrm>
            <a:off x="457200" y="457200"/>
            <a:ext cx="8229600" cy="3936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33" name="Google Shape;33;p6"/>
          <p:cNvSpPr txBox="1"/>
          <p:nvPr>
            <p:ph idx="1" type="body"/>
          </p:nvPr>
        </p:nvSpPr>
        <p:spPr>
          <a:xfrm>
            <a:off x="457200" y="1152475"/>
            <a:ext cx="8229600" cy="3538500"/>
          </a:xfrm>
          <a:prstGeom prst="rect">
            <a:avLst/>
          </a:prstGeom>
        </p:spPr>
        <p:txBody>
          <a:bodyPr anchorCtr="0" anchor="t" bIns="0" lIns="0" spcFirstLastPara="1" rIns="0" wrap="square" tIns="0">
            <a:spAutoFit/>
          </a:bodyPr>
          <a:lstStyle>
            <a:lvl1pPr indent="-304800" lvl="0" marL="457200">
              <a:spcBef>
                <a:spcPts val="0"/>
              </a:spcBef>
              <a:spcAft>
                <a:spcPts val="0"/>
              </a:spcAft>
              <a:buClr>
                <a:schemeClr val="dk2"/>
              </a:buClr>
              <a:buSzPts val="1200"/>
              <a:buChar char="●"/>
              <a:defRPr>
                <a:solidFill>
                  <a:schemeClr val="lt1"/>
                </a:solidFill>
              </a:defRPr>
            </a:lvl1pPr>
            <a:lvl2pPr indent="-304800" lvl="1" marL="914400">
              <a:spcBef>
                <a:spcPts val="0"/>
              </a:spcBef>
              <a:spcAft>
                <a:spcPts val="0"/>
              </a:spcAft>
              <a:buClr>
                <a:schemeClr val="dk2"/>
              </a:buClr>
              <a:buSzPts val="1200"/>
              <a:buChar char="○"/>
              <a:defRPr>
                <a:solidFill>
                  <a:schemeClr val="lt1"/>
                </a:solidFill>
              </a:defRPr>
            </a:lvl2pPr>
            <a:lvl3pPr indent="-304800" lvl="2" marL="1371600">
              <a:spcBef>
                <a:spcPts val="0"/>
              </a:spcBef>
              <a:spcAft>
                <a:spcPts val="0"/>
              </a:spcAft>
              <a:buClr>
                <a:schemeClr val="dk2"/>
              </a:buClr>
              <a:buSzPts val="1200"/>
              <a:buChar char="■"/>
              <a:defRPr>
                <a:solidFill>
                  <a:schemeClr val="lt1"/>
                </a:solidFill>
              </a:defRPr>
            </a:lvl3pPr>
            <a:lvl4pPr indent="-304800" lvl="3" marL="1828800">
              <a:spcBef>
                <a:spcPts val="0"/>
              </a:spcBef>
              <a:spcAft>
                <a:spcPts val="0"/>
              </a:spcAft>
              <a:buClr>
                <a:schemeClr val="dk2"/>
              </a:buClr>
              <a:buSzPts val="1200"/>
              <a:buChar char="●"/>
              <a:defRPr>
                <a:solidFill>
                  <a:schemeClr val="lt1"/>
                </a:solidFill>
              </a:defRPr>
            </a:lvl4pPr>
            <a:lvl5pPr indent="-304800" lvl="4" marL="2286000">
              <a:spcBef>
                <a:spcPts val="0"/>
              </a:spcBef>
              <a:spcAft>
                <a:spcPts val="0"/>
              </a:spcAft>
              <a:buClr>
                <a:schemeClr val="dk2"/>
              </a:buClr>
              <a:buSzPts val="1200"/>
              <a:buChar char="○"/>
              <a:defRPr>
                <a:solidFill>
                  <a:schemeClr val="lt1"/>
                </a:solidFill>
              </a:defRPr>
            </a:lvl5pPr>
            <a:lvl6pPr indent="-304800" lvl="5" marL="2743200">
              <a:spcBef>
                <a:spcPts val="0"/>
              </a:spcBef>
              <a:spcAft>
                <a:spcPts val="0"/>
              </a:spcAft>
              <a:buClr>
                <a:schemeClr val="dk2"/>
              </a:buClr>
              <a:buSzPts val="1200"/>
              <a:buChar char="■"/>
              <a:defRPr>
                <a:solidFill>
                  <a:schemeClr val="lt1"/>
                </a:solidFill>
              </a:defRPr>
            </a:lvl6pPr>
            <a:lvl7pPr indent="-304800" lvl="6" marL="3200400">
              <a:spcBef>
                <a:spcPts val="0"/>
              </a:spcBef>
              <a:spcAft>
                <a:spcPts val="0"/>
              </a:spcAft>
              <a:buClr>
                <a:schemeClr val="dk2"/>
              </a:buClr>
              <a:buSzPts val="1200"/>
              <a:buChar char="●"/>
              <a:defRPr>
                <a:solidFill>
                  <a:schemeClr val="lt1"/>
                </a:solidFill>
              </a:defRPr>
            </a:lvl7pPr>
            <a:lvl8pPr indent="-304800" lvl="7" marL="3657600">
              <a:spcBef>
                <a:spcPts val="0"/>
              </a:spcBef>
              <a:spcAft>
                <a:spcPts val="0"/>
              </a:spcAft>
              <a:buClr>
                <a:schemeClr val="dk2"/>
              </a:buClr>
              <a:buSzPts val="1200"/>
              <a:buChar char="○"/>
              <a:defRPr>
                <a:solidFill>
                  <a:schemeClr val="lt1"/>
                </a:solidFill>
              </a:defRPr>
            </a:lvl8pPr>
            <a:lvl9pPr indent="-304800" lvl="8" marL="4114800">
              <a:spcBef>
                <a:spcPts val="0"/>
              </a:spcBef>
              <a:spcAft>
                <a:spcPts val="0"/>
              </a:spcAft>
              <a:buClr>
                <a:schemeClr val="dk2"/>
              </a:buClr>
              <a:buSzPts val="1200"/>
              <a:buChar char="■"/>
              <a:defRPr>
                <a:solidFill>
                  <a:schemeClr val="lt1"/>
                </a:solidFill>
              </a:defRPr>
            </a:lvl9pPr>
          </a:lstStyle>
          <a:p/>
        </p:txBody>
      </p:sp>
      <p:pic>
        <p:nvPicPr>
          <p:cNvPr id="34" name="Google Shape;34;p6" title="logo_logomark-9.png"/>
          <p:cNvPicPr preferRelativeResize="0"/>
          <p:nvPr/>
        </p:nvPicPr>
        <p:blipFill>
          <a:blip r:embed="rId2">
            <a:alphaModFix/>
          </a:blip>
          <a:stretch>
            <a:fillRect/>
          </a:stretch>
        </p:blipFill>
        <p:spPr>
          <a:xfrm>
            <a:off x="457199" y="4837175"/>
            <a:ext cx="197509" cy="164592"/>
          </a:xfrm>
          <a:prstGeom prst="rect">
            <a:avLst/>
          </a:prstGeom>
          <a:noFill/>
          <a:ln>
            <a:noFill/>
          </a:ln>
        </p:spPr>
      </p:pic>
      <p:sp>
        <p:nvSpPr>
          <p:cNvPr id="35" name="Google Shape;35;p6"/>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36" name="Google Shape;36;p6"/>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s - Light">
  <p:cSld name="TITLE_AND_TWO_COLUMNS_4">
    <p:bg>
      <p:bgPr>
        <a:solidFill>
          <a:schemeClr val="dk1"/>
        </a:solidFill>
      </p:bgPr>
    </p:bg>
    <p:spTree>
      <p:nvGrpSpPr>
        <p:cNvPr id="58" name="Shape 58"/>
        <p:cNvGrpSpPr/>
        <p:nvPr/>
      </p:nvGrpSpPr>
      <p:grpSpPr>
        <a:xfrm>
          <a:off x="0" y="0"/>
          <a:ext cx="0" cy="0"/>
          <a:chOff x="0" y="0"/>
          <a:chExt cx="0" cy="0"/>
        </a:xfrm>
      </p:grpSpPr>
      <p:sp>
        <p:nvSpPr>
          <p:cNvPr id="59" name="Google Shape;59;p10"/>
          <p:cNvSpPr txBox="1"/>
          <p:nvPr>
            <p:ph type="title"/>
          </p:nvPr>
        </p:nvSpPr>
        <p:spPr>
          <a:xfrm>
            <a:off x="457200" y="457200"/>
            <a:ext cx="8229600" cy="3936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60" name="Google Shape;60;p10"/>
          <p:cNvSpPr txBox="1"/>
          <p:nvPr>
            <p:ph idx="1" type="body"/>
          </p:nvPr>
        </p:nvSpPr>
        <p:spPr>
          <a:xfrm>
            <a:off x="457200" y="1152475"/>
            <a:ext cx="4032600" cy="3538500"/>
          </a:xfrm>
          <a:prstGeom prst="rect">
            <a:avLst/>
          </a:prstGeom>
        </p:spPr>
        <p:txBody>
          <a:bodyPr anchorCtr="0" anchor="t" bIns="0" lIns="0" spcFirstLastPara="1" rIns="0" wrap="square" tIns="0">
            <a:spAutoFit/>
          </a:bodyPr>
          <a:lstStyle>
            <a:lvl1pPr indent="-304800" lvl="0" marL="457200">
              <a:spcBef>
                <a:spcPts val="0"/>
              </a:spcBef>
              <a:spcAft>
                <a:spcPts val="0"/>
              </a:spcAft>
              <a:buClr>
                <a:schemeClr val="dk2"/>
              </a:buClr>
              <a:buSzPts val="1200"/>
              <a:buChar char="●"/>
              <a:defRPr>
                <a:solidFill>
                  <a:schemeClr val="lt1"/>
                </a:solidFill>
              </a:defRPr>
            </a:lvl1pPr>
            <a:lvl2pPr indent="-304800" lvl="1" marL="914400">
              <a:spcBef>
                <a:spcPts val="0"/>
              </a:spcBef>
              <a:spcAft>
                <a:spcPts val="0"/>
              </a:spcAft>
              <a:buClr>
                <a:schemeClr val="dk2"/>
              </a:buClr>
              <a:buSzPts val="1200"/>
              <a:buChar char="○"/>
              <a:defRPr>
                <a:solidFill>
                  <a:schemeClr val="lt1"/>
                </a:solidFill>
              </a:defRPr>
            </a:lvl2pPr>
            <a:lvl3pPr indent="-304800" lvl="2" marL="1371600">
              <a:spcBef>
                <a:spcPts val="0"/>
              </a:spcBef>
              <a:spcAft>
                <a:spcPts val="0"/>
              </a:spcAft>
              <a:buClr>
                <a:schemeClr val="dk2"/>
              </a:buClr>
              <a:buSzPts val="1200"/>
              <a:buChar char="■"/>
              <a:defRPr>
                <a:solidFill>
                  <a:schemeClr val="lt1"/>
                </a:solidFill>
              </a:defRPr>
            </a:lvl3pPr>
            <a:lvl4pPr indent="-304800" lvl="3" marL="1828800">
              <a:spcBef>
                <a:spcPts val="0"/>
              </a:spcBef>
              <a:spcAft>
                <a:spcPts val="0"/>
              </a:spcAft>
              <a:buClr>
                <a:schemeClr val="dk2"/>
              </a:buClr>
              <a:buSzPts val="1200"/>
              <a:buChar char="●"/>
              <a:defRPr>
                <a:solidFill>
                  <a:schemeClr val="lt1"/>
                </a:solidFill>
              </a:defRPr>
            </a:lvl4pPr>
            <a:lvl5pPr indent="-304800" lvl="4" marL="2286000">
              <a:spcBef>
                <a:spcPts val="0"/>
              </a:spcBef>
              <a:spcAft>
                <a:spcPts val="0"/>
              </a:spcAft>
              <a:buClr>
                <a:schemeClr val="dk2"/>
              </a:buClr>
              <a:buSzPts val="1200"/>
              <a:buChar char="○"/>
              <a:defRPr>
                <a:solidFill>
                  <a:schemeClr val="lt1"/>
                </a:solidFill>
              </a:defRPr>
            </a:lvl5pPr>
            <a:lvl6pPr indent="-304800" lvl="5" marL="2743200">
              <a:spcBef>
                <a:spcPts val="0"/>
              </a:spcBef>
              <a:spcAft>
                <a:spcPts val="0"/>
              </a:spcAft>
              <a:buClr>
                <a:schemeClr val="dk2"/>
              </a:buClr>
              <a:buSzPts val="1200"/>
              <a:buChar char="■"/>
              <a:defRPr>
                <a:solidFill>
                  <a:schemeClr val="lt1"/>
                </a:solidFill>
              </a:defRPr>
            </a:lvl6pPr>
            <a:lvl7pPr indent="-304800" lvl="6" marL="3200400">
              <a:spcBef>
                <a:spcPts val="0"/>
              </a:spcBef>
              <a:spcAft>
                <a:spcPts val="0"/>
              </a:spcAft>
              <a:buClr>
                <a:schemeClr val="dk2"/>
              </a:buClr>
              <a:buSzPts val="1200"/>
              <a:buChar char="●"/>
              <a:defRPr>
                <a:solidFill>
                  <a:schemeClr val="lt1"/>
                </a:solidFill>
              </a:defRPr>
            </a:lvl7pPr>
            <a:lvl8pPr indent="-304800" lvl="7" marL="3657600">
              <a:spcBef>
                <a:spcPts val="0"/>
              </a:spcBef>
              <a:spcAft>
                <a:spcPts val="0"/>
              </a:spcAft>
              <a:buClr>
                <a:schemeClr val="dk2"/>
              </a:buClr>
              <a:buSzPts val="1200"/>
              <a:buChar char="○"/>
              <a:defRPr>
                <a:solidFill>
                  <a:schemeClr val="lt1"/>
                </a:solidFill>
              </a:defRPr>
            </a:lvl8pPr>
            <a:lvl9pPr indent="-304800" lvl="8" marL="4114800">
              <a:spcBef>
                <a:spcPts val="0"/>
              </a:spcBef>
              <a:spcAft>
                <a:spcPts val="0"/>
              </a:spcAft>
              <a:buClr>
                <a:schemeClr val="dk2"/>
              </a:buClr>
              <a:buSzPts val="1200"/>
              <a:buChar char="■"/>
              <a:defRPr>
                <a:solidFill>
                  <a:schemeClr val="lt1"/>
                </a:solidFill>
              </a:defRPr>
            </a:lvl9pPr>
          </a:lstStyle>
          <a:p/>
        </p:txBody>
      </p:sp>
      <p:sp>
        <p:nvSpPr>
          <p:cNvPr id="61" name="Google Shape;61;p10"/>
          <p:cNvSpPr txBox="1"/>
          <p:nvPr>
            <p:ph idx="2" type="body"/>
          </p:nvPr>
        </p:nvSpPr>
        <p:spPr>
          <a:xfrm>
            <a:off x="4654300" y="1152475"/>
            <a:ext cx="4032600" cy="3538500"/>
          </a:xfrm>
          <a:prstGeom prst="rect">
            <a:avLst/>
          </a:prstGeom>
        </p:spPr>
        <p:txBody>
          <a:bodyPr anchorCtr="0" anchor="t" bIns="0" lIns="0" spcFirstLastPara="1" rIns="0" wrap="square" tIns="0">
            <a:spAutoFit/>
          </a:bodyPr>
          <a:lstStyle>
            <a:lvl1pPr indent="-304800" lvl="0" marL="457200" rtl="0">
              <a:spcBef>
                <a:spcPts val="0"/>
              </a:spcBef>
              <a:spcAft>
                <a:spcPts val="0"/>
              </a:spcAft>
              <a:buClr>
                <a:schemeClr val="dk2"/>
              </a:buClr>
              <a:buSzPts val="1200"/>
              <a:buChar char="●"/>
              <a:defRPr>
                <a:solidFill>
                  <a:schemeClr val="lt1"/>
                </a:solidFill>
              </a:defRPr>
            </a:lvl1pPr>
            <a:lvl2pPr indent="-304800" lvl="1" marL="914400" rtl="0">
              <a:spcBef>
                <a:spcPts val="0"/>
              </a:spcBef>
              <a:spcAft>
                <a:spcPts val="0"/>
              </a:spcAft>
              <a:buClr>
                <a:schemeClr val="dk2"/>
              </a:buClr>
              <a:buSzPts val="1200"/>
              <a:buChar char="○"/>
              <a:defRPr>
                <a:solidFill>
                  <a:schemeClr val="lt1"/>
                </a:solidFill>
              </a:defRPr>
            </a:lvl2pPr>
            <a:lvl3pPr indent="-304800" lvl="2" marL="1371600" rtl="0">
              <a:spcBef>
                <a:spcPts val="0"/>
              </a:spcBef>
              <a:spcAft>
                <a:spcPts val="0"/>
              </a:spcAft>
              <a:buClr>
                <a:schemeClr val="dk2"/>
              </a:buClr>
              <a:buSzPts val="1200"/>
              <a:buChar char="■"/>
              <a:defRPr>
                <a:solidFill>
                  <a:schemeClr val="lt1"/>
                </a:solidFill>
              </a:defRPr>
            </a:lvl3pPr>
            <a:lvl4pPr indent="-304800" lvl="3" marL="1828800" rtl="0">
              <a:spcBef>
                <a:spcPts val="0"/>
              </a:spcBef>
              <a:spcAft>
                <a:spcPts val="0"/>
              </a:spcAft>
              <a:buClr>
                <a:schemeClr val="dk2"/>
              </a:buClr>
              <a:buSzPts val="1200"/>
              <a:buChar char="●"/>
              <a:defRPr>
                <a:solidFill>
                  <a:schemeClr val="lt1"/>
                </a:solidFill>
              </a:defRPr>
            </a:lvl4pPr>
            <a:lvl5pPr indent="-304800" lvl="4" marL="2286000" rtl="0">
              <a:spcBef>
                <a:spcPts val="0"/>
              </a:spcBef>
              <a:spcAft>
                <a:spcPts val="0"/>
              </a:spcAft>
              <a:buClr>
                <a:schemeClr val="dk2"/>
              </a:buClr>
              <a:buSzPts val="1200"/>
              <a:buChar char="○"/>
              <a:defRPr>
                <a:solidFill>
                  <a:schemeClr val="lt1"/>
                </a:solidFill>
              </a:defRPr>
            </a:lvl5pPr>
            <a:lvl6pPr indent="-304800" lvl="5" marL="2743200" rtl="0">
              <a:spcBef>
                <a:spcPts val="0"/>
              </a:spcBef>
              <a:spcAft>
                <a:spcPts val="0"/>
              </a:spcAft>
              <a:buClr>
                <a:schemeClr val="dk2"/>
              </a:buClr>
              <a:buSzPts val="1200"/>
              <a:buChar char="■"/>
              <a:defRPr>
                <a:solidFill>
                  <a:schemeClr val="lt1"/>
                </a:solidFill>
              </a:defRPr>
            </a:lvl6pPr>
            <a:lvl7pPr indent="-304800" lvl="6" marL="3200400" rtl="0">
              <a:spcBef>
                <a:spcPts val="0"/>
              </a:spcBef>
              <a:spcAft>
                <a:spcPts val="0"/>
              </a:spcAft>
              <a:buClr>
                <a:schemeClr val="dk2"/>
              </a:buClr>
              <a:buSzPts val="1200"/>
              <a:buChar char="●"/>
              <a:defRPr>
                <a:solidFill>
                  <a:schemeClr val="lt1"/>
                </a:solidFill>
              </a:defRPr>
            </a:lvl7pPr>
            <a:lvl8pPr indent="-304800" lvl="7" marL="3657600" rtl="0">
              <a:spcBef>
                <a:spcPts val="0"/>
              </a:spcBef>
              <a:spcAft>
                <a:spcPts val="0"/>
              </a:spcAft>
              <a:buClr>
                <a:schemeClr val="dk2"/>
              </a:buClr>
              <a:buSzPts val="1200"/>
              <a:buChar char="○"/>
              <a:defRPr>
                <a:solidFill>
                  <a:schemeClr val="lt1"/>
                </a:solidFill>
              </a:defRPr>
            </a:lvl8pPr>
            <a:lvl9pPr indent="-304800" lvl="8" marL="4114800" rtl="0">
              <a:spcBef>
                <a:spcPts val="0"/>
              </a:spcBef>
              <a:spcAft>
                <a:spcPts val="0"/>
              </a:spcAft>
              <a:buClr>
                <a:schemeClr val="dk2"/>
              </a:buClr>
              <a:buSzPts val="1200"/>
              <a:buChar char="■"/>
              <a:defRPr>
                <a:solidFill>
                  <a:schemeClr val="lt1"/>
                </a:solidFill>
              </a:defRPr>
            </a:lvl9pPr>
          </a:lstStyle>
          <a:p/>
        </p:txBody>
      </p:sp>
      <p:pic>
        <p:nvPicPr>
          <p:cNvPr id="62" name="Google Shape;62;p10" title="logo_logomark-9.png"/>
          <p:cNvPicPr preferRelativeResize="0"/>
          <p:nvPr/>
        </p:nvPicPr>
        <p:blipFill>
          <a:blip r:embed="rId2">
            <a:alphaModFix/>
          </a:blip>
          <a:stretch>
            <a:fillRect/>
          </a:stretch>
        </p:blipFill>
        <p:spPr>
          <a:xfrm>
            <a:off x="457199" y="4837175"/>
            <a:ext cx="197509" cy="164592"/>
          </a:xfrm>
          <a:prstGeom prst="rect">
            <a:avLst/>
          </a:prstGeom>
          <a:noFill/>
          <a:ln>
            <a:noFill/>
          </a:ln>
        </p:spPr>
      </p:pic>
      <p:sp>
        <p:nvSpPr>
          <p:cNvPr id="63" name="Google Shape;63;p10"/>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64" name="Google Shape;64;p10"/>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s with icons - Light">
  <p:cSld name="TITLE_AND_TWO_COLUMNS_3_1">
    <p:bg>
      <p:bgPr>
        <a:solidFill>
          <a:schemeClr val="dk1"/>
        </a:solidFill>
      </p:bgPr>
    </p:bg>
    <p:spTree>
      <p:nvGrpSpPr>
        <p:cNvPr id="72" name="Shape 72"/>
        <p:cNvGrpSpPr/>
        <p:nvPr/>
      </p:nvGrpSpPr>
      <p:grpSpPr>
        <a:xfrm>
          <a:off x="0" y="0"/>
          <a:ext cx="0" cy="0"/>
          <a:chOff x="0" y="0"/>
          <a:chExt cx="0" cy="0"/>
        </a:xfrm>
      </p:grpSpPr>
      <p:sp>
        <p:nvSpPr>
          <p:cNvPr id="73" name="Google Shape;73;p12"/>
          <p:cNvSpPr txBox="1"/>
          <p:nvPr>
            <p:ph type="title"/>
          </p:nvPr>
        </p:nvSpPr>
        <p:spPr>
          <a:xfrm>
            <a:off x="457200" y="457200"/>
            <a:ext cx="8229600" cy="3936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74" name="Google Shape;74;p12"/>
          <p:cNvSpPr txBox="1"/>
          <p:nvPr>
            <p:ph idx="1" type="body"/>
          </p:nvPr>
        </p:nvSpPr>
        <p:spPr>
          <a:xfrm>
            <a:off x="841250" y="1243575"/>
            <a:ext cx="3648600" cy="3447300"/>
          </a:xfrm>
          <a:prstGeom prst="rect">
            <a:avLst/>
          </a:prstGeom>
        </p:spPr>
        <p:txBody>
          <a:bodyPr anchorCtr="0" anchor="t" bIns="0" lIns="0" spcFirstLastPara="1" rIns="0" wrap="square" tIns="0">
            <a:spAutoFit/>
          </a:bodyPr>
          <a:lstStyle>
            <a:lvl1pPr indent="-304800" lvl="0" marL="457200">
              <a:spcBef>
                <a:spcPts val="0"/>
              </a:spcBef>
              <a:spcAft>
                <a:spcPts val="0"/>
              </a:spcAft>
              <a:buClr>
                <a:schemeClr val="dk2"/>
              </a:buClr>
              <a:buSzPts val="1200"/>
              <a:buChar char="●"/>
              <a:defRPr>
                <a:solidFill>
                  <a:schemeClr val="lt1"/>
                </a:solidFill>
              </a:defRPr>
            </a:lvl1pPr>
            <a:lvl2pPr indent="-304800" lvl="1" marL="914400">
              <a:spcBef>
                <a:spcPts val="0"/>
              </a:spcBef>
              <a:spcAft>
                <a:spcPts val="0"/>
              </a:spcAft>
              <a:buClr>
                <a:schemeClr val="dk2"/>
              </a:buClr>
              <a:buSzPts val="1200"/>
              <a:buChar char="○"/>
              <a:defRPr>
                <a:solidFill>
                  <a:schemeClr val="lt1"/>
                </a:solidFill>
              </a:defRPr>
            </a:lvl2pPr>
            <a:lvl3pPr indent="-304800" lvl="2" marL="1371600">
              <a:spcBef>
                <a:spcPts val="0"/>
              </a:spcBef>
              <a:spcAft>
                <a:spcPts val="0"/>
              </a:spcAft>
              <a:buClr>
                <a:schemeClr val="dk2"/>
              </a:buClr>
              <a:buSzPts val="1200"/>
              <a:buChar char="■"/>
              <a:defRPr>
                <a:solidFill>
                  <a:schemeClr val="lt1"/>
                </a:solidFill>
              </a:defRPr>
            </a:lvl3pPr>
            <a:lvl4pPr indent="-304800" lvl="3" marL="1828800">
              <a:spcBef>
                <a:spcPts val="0"/>
              </a:spcBef>
              <a:spcAft>
                <a:spcPts val="0"/>
              </a:spcAft>
              <a:buClr>
                <a:schemeClr val="dk2"/>
              </a:buClr>
              <a:buSzPts val="1200"/>
              <a:buChar char="●"/>
              <a:defRPr>
                <a:solidFill>
                  <a:schemeClr val="lt1"/>
                </a:solidFill>
              </a:defRPr>
            </a:lvl4pPr>
            <a:lvl5pPr indent="-304800" lvl="4" marL="2286000">
              <a:spcBef>
                <a:spcPts val="0"/>
              </a:spcBef>
              <a:spcAft>
                <a:spcPts val="0"/>
              </a:spcAft>
              <a:buClr>
                <a:schemeClr val="dk2"/>
              </a:buClr>
              <a:buSzPts val="1200"/>
              <a:buChar char="○"/>
              <a:defRPr>
                <a:solidFill>
                  <a:schemeClr val="lt1"/>
                </a:solidFill>
              </a:defRPr>
            </a:lvl5pPr>
            <a:lvl6pPr indent="-304800" lvl="5" marL="2743200">
              <a:spcBef>
                <a:spcPts val="0"/>
              </a:spcBef>
              <a:spcAft>
                <a:spcPts val="0"/>
              </a:spcAft>
              <a:buClr>
                <a:schemeClr val="dk2"/>
              </a:buClr>
              <a:buSzPts val="1200"/>
              <a:buChar char="■"/>
              <a:defRPr>
                <a:solidFill>
                  <a:schemeClr val="lt1"/>
                </a:solidFill>
              </a:defRPr>
            </a:lvl6pPr>
            <a:lvl7pPr indent="-304800" lvl="6" marL="3200400">
              <a:spcBef>
                <a:spcPts val="0"/>
              </a:spcBef>
              <a:spcAft>
                <a:spcPts val="0"/>
              </a:spcAft>
              <a:buClr>
                <a:schemeClr val="dk2"/>
              </a:buClr>
              <a:buSzPts val="1200"/>
              <a:buChar char="●"/>
              <a:defRPr>
                <a:solidFill>
                  <a:schemeClr val="lt1"/>
                </a:solidFill>
              </a:defRPr>
            </a:lvl7pPr>
            <a:lvl8pPr indent="-304800" lvl="7" marL="3657600">
              <a:spcBef>
                <a:spcPts val="0"/>
              </a:spcBef>
              <a:spcAft>
                <a:spcPts val="0"/>
              </a:spcAft>
              <a:buClr>
                <a:schemeClr val="dk2"/>
              </a:buClr>
              <a:buSzPts val="1200"/>
              <a:buChar char="○"/>
              <a:defRPr>
                <a:solidFill>
                  <a:schemeClr val="lt1"/>
                </a:solidFill>
              </a:defRPr>
            </a:lvl8pPr>
            <a:lvl9pPr indent="-304800" lvl="8" marL="4114800">
              <a:spcBef>
                <a:spcPts val="0"/>
              </a:spcBef>
              <a:spcAft>
                <a:spcPts val="0"/>
              </a:spcAft>
              <a:buClr>
                <a:schemeClr val="dk2"/>
              </a:buClr>
              <a:buSzPts val="1200"/>
              <a:buChar char="■"/>
              <a:defRPr>
                <a:solidFill>
                  <a:schemeClr val="lt1"/>
                </a:solidFill>
              </a:defRPr>
            </a:lvl9pPr>
          </a:lstStyle>
          <a:p/>
        </p:txBody>
      </p:sp>
      <p:pic>
        <p:nvPicPr>
          <p:cNvPr id="75" name="Google Shape;75;p12" title="logo_logomark-9.png"/>
          <p:cNvPicPr preferRelativeResize="0"/>
          <p:nvPr/>
        </p:nvPicPr>
        <p:blipFill>
          <a:blip r:embed="rId2">
            <a:alphaModFix/>
          </a:blip>
          <a:stretch>
            <a:fillRect/>
          </a:stretch>
        </p:blipFill>
        <p:spPr>
          <a:xfrm>
            <a:off x="457199" y="4837175"/>
            <a:ext cx="197509" cy="164592"/>
          </a:xfrm>
          <a:prstGeom prst="rect">
            <a:avLst/>
          </a:prstGeom>
          <a:noFill/>
          <a:ln>
            <a:noFill/>
          </a:ln>
        </p:spPr>
      </p:pic>
      <p:sp>
        <p:nvSpPr>
          <p:cNvPr id="76" name="Google Shape;76;p12"/>
          <p:cNvSpPr txBox="1"/>
          <p:nvPr>
            <p:ph idx="2" type="body"/>
          </p:nvPr>
        </p:nvSpPr>
        <p:spPr>
          <a:xfrm>
            <a:off x="5038100" y="1243575"/>
            <a:ext cx="3648600" cy="3447300"/>
          </a:xfrm>
          <a:prstGeom prst="rect">
            <a:avLst/>
          </a:prstGeom>
        </p:spPr>
        <p:txBody>
          <a:bodyPr anchorCtr="0" anchor="t" bIns="0" lIns="0" spcFirstLastPara="1" rIns="0" wrap="square" tIns="0">
            <a:spAutoFit/>
          </a:bodyPr>
          <a:lstStyle>
            <a:lvl1pPr indent="-304800" lvl="0" marL="457200" rtl="0">
              <a:spcBef>
                <a:spcPts val="0"/>
              </a:spcBef>
              <a:spcAft>
                <a:spcPts val="0"/>
              </a:spcAft>
              <a:buClr>
                <a:schemeClr val="dk2"/>
              </a:buClr>
              <a:buSzPts val="1200"/>
              <a:buChar char="●"/>
              <a:defRPr>
                <a:solidFill>
                  <a:schemeClr val="lt1"/>
                </a:solidFill>
              </a:defRPr>
            </a:lvl1pPr>
            <a:lvl2pPr indent="-304800" lvl="1" marL="914400" rtl="0">
              <a:spcBef>
                <a:spcPts val="0"/>
              </a:spcBef>
              <a:spcAft>
                <a:spcPts val="0"/>
              </a:spcAft>
              <a:buClr>
                <a:schemeClr val="dk2"/>
              </a:buClr>
              <a:buSzPts val="1200"/>
              <a:buChar char="○"/>
              <a:defRPr>
                <a:solidFill>
                  <a:schemeClr val="lt1"/>
                </a:solidFill>
              </a:defRPr>
            </a:lvl2pPr>
            <a:lvl3pPr indent="-304800" lvl="2" marL="1371600" rtl="0">
              <a:spcBef>
                <a:spcPts val="0"/>
              </a:spcBef>
              <a:spcAft>
                <a:spcPts val="0"/>
              </a:spcAft>
              <a:buClr>
                <a:schemeClr val="dk2"/>
              </a:buClr>
              <a:buSzPts val="1200"/>
              <a:buChar char="■"/>
              <a:defRPr>
                <a:solidFill>
                  <a:schemeClr val="lt1"/>
                </a:solidFill>
              </a:defRPr>
            </a:lvl3pPr>
            <a:lvl4pPr indent="-304800" lvl="3" marL="1828800" rtl="0">
              <a:spcBef>
                <a:spcPts val="0"/>
              </a:spcBef>
              <a:spcAft>
                <a:spcPts val="0"/>
              </a:spcAft>
              <a:buClr>
                <a:schemeClr val="dk2"/>
              </a:buClr>
              <a:buSzPts val="1200"/>
              <a:buChar char="●"/>
              <a:defRPr>
                <a:solidFill>
                  <a:schemeClr val="lt1"/>
                </a:solidFill>
              </a:defRPr>
            </a:lvl4pPr>
            <a:lvl5pPr indent="-304800" lvl="4" marL="2286000" rtl="0">
              <a:spcBef>
                <a:spcPts val="0"/>
              </a:spcBef>
              <a:spcAft>
                <a:spcPts val="0"/>
              </a:spcAft>
              <a:buClr>
                <a:schemeClr val="dk2"/>
              </a:buClr>
              <a:buSzPts val="1200"/>
              <a:buChar char="○"/>
              <a:defRPr>
                <a:solidFill>
                  <a:schemeClr val="lt1"/>
                </a:solidFill>
              </a:defRPr>
            </a:lvl5pPr>
            <a:lvl6pPr indent="-304800" lvl="5" marL="2743200" rtl="0">
              <a:spcBef>
                <a:spcPts val="0"/>
              </a:spcBef>
              <a:spcAft>
                <a:spcPts val="0"/>
              </a:spcAft>
              <a:buClr>
                <a:schemeClr val="dk2"/>
              </a:buClr>
              <a:buSzPts val="1200"/>
              <a:buChar char="■"/>
              <a:defRPr>
                <a:solidFill>
                  <a:schemeClr val="lt1"/>
                </a:solidFill>
              </a:defRPr>
            </a:lvl6pPr>
            <a:lvl7pPr indent="-304800" lvl="6" marL="3200400" rtl="0">
              <a:spcBef>
                <a:spcPts val="0"/>
              </a:spcBef>
              <a:spcAft>
                <a:spcPts val="0"/>
              </a:spcAft>
              <a:buClr>
                <a:schemeClr val="dk2"/>
              </a:buClr>
              <a:buSzPts val="1200"/>
              <a:buChar char="●"/>
              <a:defRPr>
                <a:solidFill>
                  <a:schemeClr val="lt1"/>
                </a:solidFill>
              </a:defRPr>
            </a:lvl7pPr>
            <a:lvl8pPr indent="-304800" lvl="7" marL="3657600" rtl="0">
              <a:spcBef>
                <a:spcPts val="0"/>
              </a:spcBef>
              <a:spcAft>
                <a:spcPts val="0"/>
              </a:spcAft>
              <a:buClr>
                <a:schemeClr val="dk2"/>
              </a:buClr>
              <a:buSzPts val="1200"/>
              <a:buChar char="○"/>
              <a:defRPr>
                <a:solidFill>
                  <a:schemeClr val="lt1"/>
                </a:solidFill>
              </a:defRPr>
            </a:lvl8pPr>
            <a:lvl9pPr indent="-304800" lvl="8" marL="4114800" rtl="0">
              <a:spcBef>
                <a:spcPts val="0"/>
              </a:spcBef>
              <a:spcAft>
                <a:spcPts val="0"/>
              </a:spcAft>
              <a:buClr>
                <a:schemeClr val="dk2"/>
              </a:buClr>
              <a:buSzPts val="1200"/>
              <a:buChar char="■"/>
              <a:defRPr>
                <a:solidFill>
                  <a:schemeClr val="lt1"/>
                </a:solidFill>
              </a:defRPr>
            </a:lvl9pPr>
          </a:lstStyle>
          <a:p/>
        </p:txBody>
      </p:sp>
      <p:sp>
        <p:nvSpPr>
          <p:cNvPr id="77" name="Google Shape;77;p12"/>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78" name="Google Shape;78;p12"/>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columns - Light">
  <p:cSld name="TITLE_AND_TWO_COLUMNS_1_3">
    <p:bg>
      <p:bgPr>
        <a:solidFill>
          <a:schemeClr val="dk1"/>
        </a:solidFill>
      </p:bgPr>
    </p:bg>
    <p:spTree>
      <p:nvGrpSpPr>
        <p:cNvPr id="123" name="Shape 123"/>
        <p:cNvGrpSpPr/>
        <p:nvPr/>
      </p:nvGrpSpPr>
      <p:grpSpPr>
        <a:xfrm>
          <a:off x="0" y="0"/>
          <a:ext cx="0" cy="0"/>
          <a:chOff x="0" y="0"/>
          <a:chExt cx="0" cy="0"/>
        </a:xfrm>
      </p:grpSpPr>
      <p:sp>
        <p:nvSpPr>
          <p:cNvPr id="124" name="Google Shape;124;p18"/>
          <p:cNvSpPr txBox="1"/>
          <p:nvPr>
            <p:ph type="title"/>
          </p:nvPr>
        </p:nvSpPr>
        <p:spPr>
          <a:xfrm>
            <a:off x="457200" y="457200"/>
            <a:ext cx="8229600" cy="3936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125" name="Google Shape;125;p18"/>
          <p:cNvSpPr txBox="1"/>
          <p:nvPr>
            <p:ph idx="1" type="body"/>
          </p:nvPr>
        </p:nvSpPr>
        <p:spPr>
          <a:xfrm>
            <a:off x="457200" y="1152475"/>
            <a:ext cx="2633400" cy="3538500"/>
          </a:xfrm>
          <a:prstGeom prst="rect">
            <a:avLst/>
          </a:prstGeom>
        </p:spPr>
        <p:txBody>
          <a:bodyPr anchorCtr="0" anchor="t" bIns="0" lIns="0" spcFirstLastPara="1" rIns="0" wrap="square" tIns="0">
            <a:spAutoFit/>
          </a:bodyPr>
          <a:lstStyle>
            <a:lvl1pPr indent="-304800" lvl="0" marL="457200">
              <a:spcBef>
                <a:spcPts val="0"/>
              </a:spcBef>
              <a:spcAft>
                <a:spcPts val="0"/>
              </a:spcAft>
              <a:buClr>
                <a:schemeClr val="dk2"/>
              </a:buClr>
              <a:buSzPts val="1200"/>
              <a:buChar char="●"/>
              <a:defRPr>
                <a:solidFill>
                  <a:schemeClr val="lt1"/>
                </a:solidFill>
              </a:defRPr>
            </a:lvl1pPr>
            <a:lvl2pPr indent="-304800" lvl="1" marL="914400">
              <a:spcBef>
                <a:spcPts val="0"/>
              </a:spcBef>
              <a:spcAft>
                <a:spcPts val="0"/>
              </a:spcAft>
              <a:buClr>
                <a:schemeClr val="dk2"/>
              </a:buClr>
              <a:buSzPts val="1200"/>
              <a:buChar char="○"/>
              <a:defRPr>
                <a:solidFill>
                  <a:schemeClr val="lt1"/>
                </a:solidFill>
              </a:defRPr>
            </a:lvl2pPr>
            <a:lvl3pPr indent="-304800" lvl="2" marL="1371600">
              <a:spcBef>
                <a:spcPts val="0"/>
              </a:spcBef>
              <a:spcAft>
                <a:spcPts val="0"/>
              </a:spcAft>
              <a:buClr>
                <a:schemeClr val="dk2"/>
              </a:buClr>
              <a:buSzPts val="1200"/>
              <a:buChar char="■"/>
              <a:defRPr>
                <a:solidFill>
                  <a:schemeClr val="lt1"/>
                </a:solidFill>
              </a:defRPr>
            </a:lvl3pPr>
            <a:lvl4pPr indent="-304800" lvl="3" marL="1828800">
              <a:spcBef>
                <a:spcPts val="0"/>
              </a:spcBef>
              <a:spcAft>
                <a:spcPts val="0"/>
              </a:spcAft>
              <a:buClr>
                <a:schemeClr val="dk2"/>
              </a:buClr>
              <a:buSzPts val="1200"/>
              <a:buChar char="●"/>
              <a:defRPr>
                <a:solidFill>
                  <a:schemeClr val="lt1"/>
                </a:solidFill>
              </a:defRPr>
            </a:lvl4pPr>
            <a:lvl5pPr indent="-304800" lvl="4" marL="2286000">
              <a:spcBef>
                <a:spcPts val="0"/>
              </a:spcBef>
              <a:spcAft>
                <a:spcPts val="0"/>
              </a:spcAft>
              <a:buClr>
                <a:schemeClr val="dk2"/>
              </a:buClr>
              <a:buSzPts val="1200"/>
              <a:buChar char="○"/>
              <a:defRPr>
                <a:solidFill>
                  <a:schemeClr val="lt1"/>
                </a:solidFill>
              </a:defRPr>
            </a:lvl5pPr>
            <a:lvl6pPr indent="-304800" lvl="5" marL="2743200">
              <a:spcBef>
                <a:spcPts val="0"/>
              </a:spcBef>
              <a:spcAft>
                <a:spcPts val="0"/>
              </a:spcAft>
              <a:buClr>
                <a:schemeClr val="dk2"/>
              </a:buClr>
              <a:buSzPts val="1200"/>
              <a:buChar char="■"/>
              <a:defRPr>
                <a:solidFill>
                  <a:schemeClr val="lt1"/>
                </a:solidFill>
              </a:defRPr>
            </a:lvl6pPr>
            <a:lvl7pPr indent="-304800" lvl="6" marL="3200400">
              <a:spcBef>
                <a:spcPts val="0"/>
              </a:spcBef>
              <a:spcAft>
                <a:spcPts val="0"/>
              </a:spcAft>
              <a:buClr>
                <a:schemeClr val="dk2"/>
              </a:buClr>
              <a:buSzPts val="1200"/>
              <a:buChar char="●"/>
              <a:defRPr>
                <a:solidFill>
                  <a:schemeClr val="lt1"/>
                </a:solidFill>
              </a:defRPr>
            </a:lvl7pPr>
            <a:lvl8pPr indent="-304800" lvl="7" marL="3657600">
              <a:spcBef>
                <a:spcPts val="0"/>
              </a:spcBef>
              <a:spcAft>
                <a:spcPts val="0"/>
              </a:spcAft>
              <a:buClr>
                <a:schemeClr val="dk2"/>
              </a:buClr>
              <a:buSzPts val="1200"/>
              <a:buChar char="○"/>
              <a:defRPr>
                <a:solidFill>
                  <a:schemeClr val="lt1"/>
                </a:solidFill>
              </a:defRPr>
            </a:lvl8pPr>
            <a:lvl9pPr indent="-304800" lvl="8" marL="4114800">
              <a:spcBef>
                <a:spcPts val="0"/>
              </a:spcBef>
              <a:spcAft>
                <a:spcPts val="0"/>
              </a:spcAft>
              <a:buClr>
                <a:schemeClr val="dk2"/>
              </a:buClr>
              <a:buSzPts val="1200"/>
              <a:buChar char="■"/>
              <a:defRPr>
                <a:solidFill>
                  <a:schemeClr val="lt1"/>
                </a:solidFill>
              </a:defRPr>
            </a:lvl9pPr>
          </a:lstStyle>
          <a:p/>
        </p:txBody>
      </p:sp>
      <p:sp>
        <p:nvSpPr>
          <p:cNvPr id="126" name="Google Shape;126;p18"/>
          <p:cNvSpPr txBox="1"/>
          <p:nvPr>
            <p:ph idx="2" type="body"/>
          </p:nvPr>
        </p:nvSpPr>
        <p:spPr>
          <a:xfrm>
            <a:off x="3255300" y="1152475"/>
            <a:ext cx="2633400" cy="3538500"/>
          </a:xfrm>
          <a:prstGeom prst="rect">
            <a:avLst/>
          </a:prstGeom>
        </p:spPr>
        <p:txBody>
          <a:bodyPr anchorCtr="0" anchor="t" bIns="0" lIns="0" spcFirstLastPara="1" rIns="0" wrap="square" tIns="0">
            <a:spAutoFit/>
          </a:bodyPr>
          <a:lstStyle>
            <a:lvl1pPr indent="-304800" lvl="0" marL="457200" rtl="0">
              <a:spcBef>
                <a:spcPts val="0"/>
              </a:spcBef>
              <a:spcAft>
                <a:spcPts val="0"/>
              </a:spcAft>
              <a:buClr>
                <a:schemeClr val="dk2"/>
              </a:buClr>
              <a:buSzPts val="1200"/>
              <a:buChar char="●"/>
              <a:defRPr>
                <a:solidFill>
                  <a:schemeClr val="lt1"/>
                </a:solidFill>
              </a:defRPr>
            </a:lvl1pPr>
            <a:lvl2pPr indent="-304800" lvl="1" marL="914400" rtl="0">
              <a:spcBef>
                <a:spcPts val="0"/>
              </a:spcBef>
              <a:spcAft>
                <a:spcPts val="0"/>
              </a:spcAft>
              <a:buClr>
                <a:schemeClr val="dk2"/>
              </a:buClr>
              <a:buSzPts val="1200"/>
              <a:buChar char="○"/>
              <a:defRPr>
                <a:solidFill>
                  <a:schemeClr val="lt1"/>
                </a:solidFill>
              </a:defRPr>
            </a:lvl2pPr>
            <a:lvl3pPr indent="-304800" lvl="2" marL="1371600" rtl="0">
              <a:spcBef>
                <a:spcPts val="0"/>
              </a:spcBef>
              <a:spcAft>
                <a:spcPts val="0"/>
              </a:spcAft>
              <a:buClr>
                <a:schemeClr val="dk2"/>
              </a:buClr>
              <a:buSzPts val="1200"/>
              <a:buChar char="■"/>
              <a:defRPr>
                <a:solidFill>
                  <a:schemeClr val="lt1"/>
                </a:solidFill>
              </a:defRPr>
            </a:lvl3pPr>
            <a:lvl4pPr indent="-304800" lvl="3" marL="1828800" rtl="0">
              <a:spcBef>
                <a:spcPts val="0"/>
              </a:spcBef>
              <a:spcAft>
                <a:spcPts val="0"/>
              </a:spcAft>
              <a:buClr>
                <a:schemeClr val="dk2"/>
              </a:buClr>
              <a:buSzPts val="1200"/>
              <a:buChar char="●"/>
              <a:defRPr>
                <a:solidFill>
                  <a:schemeClr val="lt1"/>
                </a:solidFill>
              </a:defRPr>
            </a:lvl4pPr>
            <a:lvl5pPr indent="-304800" lvl="4" marL="2286000" rtl="0">
              <a:spcBef>
                <a:spcPts val="0"/>
              </a:spcBef>
              <a:spcAft>
                <a:spcPts val="0"/>
              </a:spcAft>
              <a:buClr>
                <a:schemeClr val="dk2"/>
              </a:buClr>
              <a:buSzPts val="1200"/>
              <a:buChar char="○"/>
              <a:defRPr>
                <a:solidFill>
                  <a:schemeClr val="lt1"/>
                </a:solidFill>
              </a:defRPr>
            </a:lvl5pPr>
            <a:lvl6pPr indent="-304800" lvl="5" marL="2743200" rtl="0">
              <a:spcBef>
                <a:spcPts val="0"/>
              </a:spcBef>
              <a:spcAft>
                <a:spcPts val="0"/>
              </a:spcAft>
              <a:buClr>
                <a:schemeClr val="dk2"/>
              </a:buClr>
              <a:buSzPts val="1200"/>
              <a:buChar char="■"/>
              <a:defRPr>
                <a:solidFill>
                  <a:schemeClr val="lt1"/>
                </a:solidFill>
              </a:defRPr>
            </a:lvl6pPr>
            <a:lvl7pPr indent="-304800" lvl="6" marL="3200400" rtl="0">
              <a:spcBef>
                <a:spcPts val="0"/>
              </a:spcBef>
              <a:spcAft>
                <a:spcPts val="0"/>
              </a:spcAft>
              <a:buClr>
                <a:schemeClr val="dk2"/>
              </a:buClr>
              <a:buSzPts val="1200"/>
              <a:buChar char="●"/>
              <a:defRPr>
                <a:solidFill>
                  <a:schemeClr val="lt1"/>
                </a:solidFill>
              </a:defRPr>
            </a:lvl7pPr>
            <a:lvl8pPr indent="-304800" lvl="7" marL="3657600" rtl="0">
              <a:spcBef>
                <a:spcPts val="0"/>
              </a:spcBef>
              <a:spcAft>
                <a:spcPts val="0"/>
              </a:spcAft>
              <a:buClr>
                <a:schemeClr val="dk2"/>
              </a:buClr>
              <a:buSzPts val="1200"/>
              <a:buChar char="○"/>
              <a:defRPr>
                <a:solidFill>
                  <a:schemeClr val="lt1"/>
                </a:solidFill>
              </a:defRPr>
            </a:lvl8pPr>
            <a:lvl9pPr indent="-304800" lvl="8" marL="4114800" rtl="0">
              <a:spcBef>
                <a:spcPts val="0"/>
              </a:spcBef>
              <a:spcAft>
                <a:spcPts val="0"/>
              </a:spcAft>
              <a:buClr>
                <a:schemeClr val="dk2"/>
              </a:buClr>
              <a:buSzPts val="1200"/>
              <a:buChar char="■"/>
              <a:defRPr>
                <a:solidFill>
                  <a:schemeClr val="lt1"/>
                </a:solidFill>
              </a:defRPr>
            </a:lvl9pPr>
          </a:lstStyle>
          <a:p/>
        </p:txBody>
      </p:sp>
      <p:sp>
        <p:nvSpPr>
          <p:cNvPr id="127" name="Google Shape;127;p18"/>
          <p:cNvSpPr txBox="1"/>
          <p:nvPr>
            <p:ph idx="3" type="body"/>
          </p:nvPr>
        </p:nvSpPr>
        <p:spPr>
          <a:xfrm>
            <a:off x="6053400" y="1152475"/>
            <a:ext cx="2633400" cy="3538500"/>
          </a:xfrm>
          <a:prstGeom prst="rect">
            <a:avLst/>
          </a:prstGeom>
        </p:spPr>
        <p:txBody>
          <a:bodyPr anchorCtr="0" anchor="t" bIns="0" lIns="0" spcFirstLastPara="1" rIns="0" wrap="square" tIns="0">
            <a:spAutoFit/>
          </a:bodyPr>
          <a:lstStyle>
            <a:lvl1pPr indent="-304800" lvl="0" marL="457200" rtl="0">
              <a:spcBef>
                <a:spcPts val="0"/>
              </a:spcBef>
              <a:spcAft>
                <a:spcPts val="0"/>
              </a:spcAft>
              <a:buClr>
                <a:schemeClr val="dk2"/>
              </a:buClr>
              <a:buSzPts val="1200"/>
              <a:buChar char="●"/>
              <a:defRPr>
                <a:solidFill>
                  <a:schemeClr val="lt1"/>
                </a:solidFill>
              </a:defRPr>
            </a:lvl1pPr>
            <a:lvl2pPr indent="-304800" lvl="1" marL="914400" rtl="0">
              <a:spcBef>
                <a:spcPts val="0"/>
              </a:spcBef>
              <a:spcAft>
                <a:spcPts val="0"/>
              </a:spcAft>
              <a:buClr>
                <a:schemeClr val="dk2"/>
              </a:buClr>
              <a:buSzPts val="1200"/>
              <a:buChar char="○"/>
              <a:defRPr>
                <a:solidFill>
                  <a:schemeClr val="lt1"/>
                </a:solidFill>
              </a:defRPr>
            </a:lvl2pPr>
            <a:lvl3pPr indent="-304800" lvl="2" marL="1371600" rtl="0">
              <a:spcBef>
                <a:spcPts val="0"/>
              </a:spcBef>
              <a:spcAft>
                <a:spcPts val="0"/>
              </a:spcAft>
              <a:buClr>
                <a:schemeClr val="dk2"/>
              </a:buClr>
              <a:buSzPts val="1200"/>
              <a:buChar char="■"/>
              <a:defRPr>
                <a:solidFill>
                  <a:schemeClr val="lt1"/>
                </a:solidFill>
              </a:defRPr>
            </a:lvl3pPr>
            <a:lvl4pPr indent="-304800" lvl="3" marL="1828800" rtl="0">
              <a:spcBef>
                <a:spcPts val="0"/>
              </a:spcBef>
              <a:spcAft>
                <a:spcPts val="0"/>
              </a:spcAft>
              <a:buClr>
                <a:schemeClr val="dk2"/>
              </a:buClr>
              <a:buSzPts val="1200"/>
              <a:buChar char="●"/>
              <a:defRPr>
                <a:solidFill>
                  <a:schemeClr val="lt1"/>
                </a:solidFill>
              </a:defRPr>
            </a:lvl4pPr>
            <a:lvl5pPr indent="-304800" lvl="4" marL="2286000" rtl="0">
              <a:spcBef>
                <a:spcPts val="0"/>
              </a:spcBef>
              <a:spcAft>
                <a:spcPts val="0"/>
              </a:spcAft>
              <a:buClr>
                <a:schemeClr val="dk2"/>
              </a:buClr>
              <a:buSzPts val="1200"/>
              <a:buChar char="○"/>
              <a:defRPr>
                <a:solidFill>
                  <a:schemeClr val="lt1"/>
                </a:solidFill>
              </a:defRPr>
            </a:lvl5pPr>
            <a:lvl6pPr indent="-304800" lvl="5" marL="2743200" rtl="0">
              <a:spcBef>
                <a:spcPts val="0"/>
              </a:spcBef>
              <a:spcAft>
                <a:spcPts val="0"/>
              </a:spcAft>
              <a:buClr>
                <a:schemeClr val="dk2"/>
              </a:buClr>
              <a:buSzPts val="1200"/>
              <a:buChar char="■"/>
              <a:defRPr>
                <a:solidFill>
                  <a:schemeClr val="lt1"/>
                </a:solidFill>
              </a:defRPr>
            </a:lvl6pPr>
            <a:lvl7pPr indent="-304800" lvl="6" marL="3200400" rtl="0">
              <a:spcBef>
                <a:spcPts val="0"/>
              </a:spcBef>
              <a:spcAft>
                <a:spcPts val="0"/>
              </a:spcAft>
              <a:buClr>
                <a:schemeClr val="dk2"/>
              </a:buClr>
              <a:buSzPts val="1200"/>
              <a:buChar char="●"/>
              <a:defRPr>
                <a:solidFill>
                  <a:schemeClr val="lt1"/>
                </a:solidFill>
              </a:defRPr>
            </a:lvl7pPr>
            <a:lvl8pPr indent="-304800" lvl="7" marL="3657600" rtl="0">
              <a:spcBef>
                <a:spcPts val="0"/>
              </a:spcBef>
              <a:spcAft>
                <a:spcPts val="0"/>
              </a:spcAft>
              <a:buClr>
                <a:schemeClr val="dk2"/>
              </a:buClr>
              <a:buSzPts val="1200"/>
              <a:buChar char="○"/>
              <a:defRPr>
                <a:solidFill>
                  <a:schemeClr val="lt1"/>
                </a:solidFill>
              </a:defRPr>
            </a:lvl8pPr>
            <a:lvl9pPr indent="-304800" lvl="8" marL="4114800" rtl="0">
              <a:spcBef>
                <a:spcPts val="0"/>
              </a:spcBef>
              <a:spcAft>
                <a:spcPts val="0"/>
              </a:spcAft>
              <a:buClr>
                <a:schemeClr val="dk2"/>
              </a:buClr>
              <a:buSzPts val="1200"/>
              <a:buChar char="■"/>
              <a:defRPr>
                <a:solidFill>
                  <a:schemeClr val="lt1"/>
                </a:solidFill>
              </a:defRPr>
            </a:lvl9pPr>
          </a:lstStyle>
          <a:p/>
        </p:txBody>
      </p:sp>
      <p:pic>
        <p:nvPicPr>
          <p:cNvPr id="128" name="Google Shape;128;p18" title="logo_logomark-9.png"/>
          <p:cNvPicPr preferRelativeResize="0"/>
          <p:nvPr/>
        </p:nvPicPr>
        <p:blipFill>
          <a:blip r:embed="rId2">
            <a:alphaModFix/>
          </a:blip>
          <a:stretch>
            <a:fillRect/>
          </a:stretch>
        </p:blipFill>
        <p:spPr>
          <a:xfrm>
            <a:off x="457199" y="4837175"/>
            <a:ext cx="197509" cy="164592"/>
          </a:xfrm>
          <a:prstGeom prst="rect">
            <a:avLst/>
          </a:prstGeom>
          <a:noFill/>
          <a:ln>
            <a:noFill/>
          </a:ln>
        </p:spPr>
      </p:pic>
      <p:sp>
        <p:nvSpPr>
          <p:cNvPr id="129" name="Google Shape;129;p18"/>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130" name="Google Shape;130;p18"/>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ight">
  <p:cSld name="TITLE_ONLY_1">
    <p:bg>
      <p:bgPr>
        <a:blipFill>
          <a:blip r:embed="rId2">
            <a:alphaModFix/>
          </a:blip>
          <a:stretch>
            <a:fillRect/>
          </a:stretch>
        </a:blipFill>
      </p:bgPr>
    </p:bg>
    <p:spTree>
      <p:nvGrpSpPr>
        <p:cNvPr id="218" name="Shape 218"/>
        <p:cNvGrpSpPr/>
        <p:nvPr/>
      </p:nvGrpSpPr>
      <p:grpSpPr>
        <a:xfrm>
          <a:off x="0" y="0"/>
          <a:ext cx="0" cy="0"/>
          <a:chOff x="0" y="0"/>
          <a:chExt cx="0" cy="0"/>
        </a:xfrm>
      </p:grpSpPr>
      <p:sp>
        <p:nvSpPr>
          <p:cNvPr id="219" name="Google Shape;219;p28"/>
          <p:cNvSpPr txBox="1"/>
          <p:nvPr>
            <p:ph type="title"/>
          </p:nvPr>
        </p:nvSpPr>
        <p:spPr>
          <a:xfrm>
            <a:off x="457200" y="457200"/>
            <a:ext cx="8229600" cy="3936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pic>
        <p:nvPicPr>
          <p:cNvPr id="220" name="Google Shape;220;p28" title="logo_logomark-9.png"/>
          <p:cNvPicPr preferRelativeResize="0"/>
          <p:nvPr/>
        </p:nvPicPr>
        <p:blipFill>
          <a:blip r:embed="rId3">
            <a:alphaModFix/>
          </a:blip>
          <a:stretch>
            <a:fillRect/>
          </a:stretch>
        </p:blipFill>
        <p:spPr>
          <a:xfrm>
            <a:off x="457199" y="4837175"/>
            <a:ext cx="197509" cy="164592"/>
          </a:xfrm>
          <a:prstGeom prst="rect">
            <a:avLst/>
          </a:prstGeom>
          <a:noFill/>
          <a:ln>
            <a:noFill/>
          </a:ln>
        </p:spPr>
      </p:pic>
      <p:sp>
        <p:nvSpPr>
          <p:cNvPr id="221" name="Google Shape;221;p28"/>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222" name="Google Shape;222;p28"/>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right image - Light">
  <p:cSld name="ONE_COLUMN_TEXT_4">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30"/>
          <p:cNvSpPr/>
          <p:nvPr>
            <p:ph idx="2" type="pic"/>
          </p:nvPr>
        </p:nvSpPr>
        <p:spPr>
          <a:xfrm>
            <a:off x="4654125" y="454950"/>
            <a:ext cx="4489800" cy="4233600"/>
          </a:xfrm>
          <a:prstGeom prst="roundRect">
            <a:avLst>
              <a:gd fmla="val 0" name="adj"/>
            </a:avLst>
          </a:prstGeom>
          <a:noFill/>
          <a:ln>
            <a:noFill/>
          </a:ln>
        </p:spPr>
      </p:sp>
      <p:sp>
        <p:nvSpPr>
          <p:cNvPr id="232" name="Google Shape;232;p30"/>
          <p:cNvSpPr txBox="1"/>
          <p:nvPr>
            <p:ph type="title"/>
          </p:nvPr>
        </p:nvSpPr>
        <p:spPr>
          <a:xfrm>
            <a:off x="457200" y="457200"/>
            <a:ext cx="4032600" cy="8382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233" name="Google Shape;233;p30"/>
          <p:cNvSpPr txBox="1"/>
          <p:nvPr>
            <p:ph idx="1" type="body"/>
          </p:nvPr>
        </p:nvSpPr>
        <p:spPr>
          <a:xfrm>
            <a:off x="457200" y="1615450"/>
            <a:ext cx="4032600" cy="3075300"/>
          </a:xfrm>
          <a:prstGeom prst="rect">
            <a:avLst/>
          </a:prstGeom>
        </p:spPr>
        <p:txBody>
          <a:bodyPr anchorCtr="0" anchor="t" bIns="0" lIns="0" spcFirstLastPara="1" rIns="0" wrap="square" tIns="0">
            <a:spAutoFit/>
          </a:bodyPr>
          <a:lstStyle>
            <a:lvl1pPr indent="-304800" lvl="0" marL="457200">
              <a:spcBef>
                <a:spcPts val="0"/>
              </a:spcBef>
              <a:spcAft>
                <a:spcPts val="0"/>
              </a:spcAft>
              <a:buClr>
                <a:schemeClr val="dk2"/>
              </a:buClr>
              <a:buSzPts val="1200"/>
              <a:buChar char="●"/>
              <a:defRPr>
                <a:solidFill>
                  <a:schemeClr val="lt1"/>
                </a:solidFill>
              </a:defRPr>
            </a:lvl1pPr>
            <a:lvl2pPr indent="-304800" lvl="1" marL="914400">
              <a:spcBef>
                <a:spcPts val="0"/>
              </a:spcBef>
              <a:spcAft>
                <a:spcPts val="0"/>
              </a:spcAft>
              <a:buClr>
                <a:schemeClr val="dk2"/>
              </a:buClr>
              <a:buSzPts val="1200"/>
              <a:buChar char="○"/>
              <a:defRPr>
                <a:solidFill>
                  <a:schemeClr val="lt1"/>
                </a:solidFill>
              </a:defRPr>
            </a:lvl2pPr>
            <a:lvl3pPr indent="-304800" lvl="2" marL="1371600">
              <a:spcBef>
                <a:spcPts val="0"/>
              </a:spcBef>
              <a:spcAft>
                <a:spcPts val="0"/>
              </a:spcAft>
              <a:buClr>
                <a:schemeClr val="dk2"/>
              </a:buClr>
              <a:buSzPts val="1200"/>
              <a:buChar char="■"/>
              <a:defRPr>
                <a:solidFill>
                  <a:schemeClr val="lt1"/>
                </a:solidFill>
              </a:defRPr>
            </a:lvl3pPr>
            <a:lvl4pPr indent="-304800" lvl="3" marL="1828800">
              <a:spcBef>
                <a:spcPts val="0"/>
              </a:spcBef>
              <a:spcAft>
                <a:spcPts val="0"/>
              </a:spcAft>
              <a:buClr>
                <a:schemeClr val="dk2"/>
              </a:buClr>
              <a:buSzPts val="1200"/>
              <a:buChar char="●"/>
              <a:defRPr>
                <a:solidFill>
                  <a:schemeClr val="lt1"/>
                </a:solidFill>
              </a:defRPr>
            </a:lvl4pPr>
            <a:lvl5pPr indent="-304800" lvl="4" marL="2286000">
              <a:spcBef>
                <a:spcPts val="0"/>
              </a:spcBef>
              <a:spcAft>
                <a:spcPts val="0"/>
              </a:spcAft>
              <a:buClr>
                <a:schemeClr val="dk2"/>
              </a:buClr>
              <a:buSzPts val="1200"/>
              <a:buChar char="○"/>
              <a:defRPr>
                <a:solidFill>
                  <a:schemeClr val="lt1"/>
                </a:solidFill>
              </a:defRPr>
            </a:lvl5pPr>
            <a:lvl6pPr indent="-304800" lvl="5" marL="2743200">
              <a:spcBef>
                <a:spcPts val="0"/>
              </a:spcBef>
              <a:spcAft>
                <a:spcPts val="0"/>
              </a:spcAft>
              <a:buClr>
                <a:schemeClr val="dk2"/>
              </a:buClr>
              <a:buSzPts val="1200"/>
              <a:buChar char="■"/>
              <a:defRPr>
                <a:solidFill>
                  <a:schemeClr val="lt1"/>
                </a:solidFill>
              </a:defRPr>
            </a:lvl6pPr>
            <a:lvl7pPr indent="-304800" lvl="6" marL="3200400">
              <a:spcBef>
                <a:spcPts val="0"/>
              </a:spcBef>
              <a:spcAft>
                <a:spcPts val="0"/>
              </a:spcAft>
              <a:buClr>
                <a:schemeClr val="dk2"/>
              </a:buClr>
              <a:buSzPts val="1200"/>
              <a:buChar char="●"/>
              <a:defRPr>
                <a:solidFill>
                  <a:schemeClr val="lt1"/>
                </a:solidFill>
              </a:defRPr>
            </a:lvl7pPr>
            <a:lvl8pPr indent="-304800" lvl="7" marL="3657600">
              <a:spcBef>
                <a:spcPts val="0"/>
              </a:spcBef>
              <a:spcAft>
                <a:spcPts val="0"/>
              </a:spcAft>
              <a:buClr>
                <a:schemeClr val="dk2"/>
              </a:buClr>
              <a:buSzPts val="1200"/>
              <a:buChar char="○"/>
              <a:defRPr>
                <a:solidFill>
                  <a:schemeClr val="lt1"/>
                </a:solidFill>
              </a:defRPr>
            </a:lvl8pPr>
            <a:lvl9pPr indent="-304800" lvl="8" marL="4114800">
              <a:spcBef>
                <a:spcPts val="0"/>
              </a:spcBef>
              <a:spcAft>
                <a:spcPts val="0"/>
              </a:spcAft>
              <a:buClr>
                <a:schemeClr val="dk2"/>
              </a:buClr>
              <a:buSzPts val="1200"/>
              <a:buChar char="■"/>
              <a:defRPr>
                <a:solidFill>
                  <a:schemeClr val="lt1"/>
                </a:solidFill>
              </a:defRPr>
            </a:lvl9pPr>
          </a:lstStyle>
          <a:p/>
        </p:txBody>
      </p:sp>
      <p:pic>
        <p:nvPicPr>
          <p:cNvPr id="234" name="Google Shape;234;p30" title="logo_logomark-9.png"/>
          <p:cNvPicPr preferRelativeResize="0"/>
          <p:nvPr/>
        </p:nvPicPr>
        <p:blipFill>
          <a:blip r:embed="rId3">
            <a:alphaModFix/>
          </a:blip>
          <a:stretch>
            <a:fillRect/>
          </a:stretch>
        </p:blipFill>
        <p:spPr>
          <a:xfrm>
            <a:off x="457199" y="4837175"/>
            <a:ext cx="197509" cy="164592"/>
          </a:xfrm>
          <a:prstGeom prst="rect">
            <a:avLst/>
          </a:prstGeom>
          <a:noFill/>
          <a:ln>
            <a:noFill/>
          </a:ln>
        </p:spPr>
      </p:pic>
      <p:sp>
        <p:nvSpPr>
          <p:cNvPr id="235" name="Google Shape;235;p30"/>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236" name="Google Shape;236;p30"/>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left image - Dark">
  <p:cSld name="ONE_COLUMN_TEXT_3_1">
    <p:bg>
      <p:bgPr>
        <a:blipFill>
          <a:blip r:embed="rId2">
            <a:alphaModFix/>
          </a:blip>
          <a:stretch>
            <a:fillRect/>
          </a:stretch>
        </a:blipFill>
      </p:bgPr>
    </p:bg>
    <p:spTree>
      <p:nvGrpSpPr>
        <p:cNvPr id="244" name="Shape 244"/>
        <p:cNvGrpSpPr/>
        <p:nvPr/>
      </p:nvGrpSpPr>
      <p:grpSpPr>
        <a:xfrm>
          <a:off x="0" y="0"/>
          <a:ext cx="0" cy="0"/>
          <a:chOff x="0" y="0"/>
          <a:chExt cx="0" cy="0"/>
        </a:xfrm>
      </p:grpSpPr>
      <p:sp>
        <p:nvSpPr>
          <p:cNvPr id="245" name="Google Shape;245;p32"/>
          <p:cNvSpPr/>
          <p:nvPr>
            <p:ph idx="2" type="pic"/>
          </p:nvPr>
        </p:nvSpPr>
        <p:spPr>
          <a:xfrm>
            <a:off x="0" y="457200"/>
            <a:ext cx="4489800" cy="4233600"/>
          </a:xfrm>
          <a:prstGeom prst="roundRect">
            <a:avLst>
              <a:gd fmla="val 0" name="adj"/>
            </a:avLst>
          </a:prstGeom>
          <a:noFill/>
          <a:ln>
            <a:noFill/>
          </a:ln>
        </p:spPr>
      </p:sp>
      <p:sp>
        <p:nvSpPr>
          <p:cNvPr id="246" name="Google Shape;246;p32"/>
          <p:cNvSpPr txBox="1"/>
          <p:nvPr>
            <p:ph type="title"/>
          </p:nvPr>
        </p:nvSpPr>
        <p:spPr>
          <a:xfrm>
            <a:off x="4654300" y="457200"/>
            <a:ext cx="4032600" cy="8382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247" name="Google Shape;247;p32"/>
          <p:cNvSpPr txBox="1"/>
          <p:nvPr>
            <p:ph idx="1" type="body"/>
          </p:nvPr>
        </p:nvSpPr>
        <p:spPr>
          <a:xfrm>
            <a:off x="4654300" y="1615450"/>
            <a:ext cx="4032600" cy="3075300"/>
          </a:xfrm>
          <a:prstGeom prst="rect">
            <a:avLst/>
          </a:prstGeom>
        </p:spPr>
        <p:txBody>
          <a:bodyPr anchorCtr="0" anchor="t" bIns="0" lIns="0" spcFirstLastPara="1" rIns="0" wrap="square" tIns="0">
            <a:spAutoFit/>
          </a:bodyPr>
          <a:lstStyle>
            <a:lvl1pPr indent="-304800" lvl="0" marL="457200">
              <a:spcBef>
                <a:spcPts val="0"/>
              </a:spcBef>
              <a:spcAft>
                <a:spcPts val="0"/>
              </a:spcAft>
              <a:buClr>
                <a:schemeClr val="dk2"/>
              </a:buClr>
              <a:buSzPts val="1200"/>
              <a:buChar char="●"/>
              <a:defRPr>
                <a:solidFill>
                  <a:schemeClr val="lt1"/>
                </a:solidFill>
              </a:defRPr>
            </a:lvl1pPr>
            <a:lvl2pPr indent="-304800" lvl="1" marL="914400">
              <a:spcBef>
                <a:spcPts val="0"/>
              </a:spcBef>
              <a:spcAft>
                <a:spcPts val="0"/>
              </a:spcAft>
              <a:buClr>
                <a:schemeClr val="dk2"/>
              </a:buClr>
              <a:buSzPts val="1200"/>
              <a:buChar char="○"/>
              <a:defRPr>
                <a:solidFill>
                  <a:schemeClr val="lt1"/>
                </a:solidFill>
              </a:defRPr>
            </a:lvl2pPr>
            <a:lvl3pPr indent="-304800" lvl="2" marL="1371600">
              <a:spcBef>
                <a:spcPts val="0"/>
              </a:spcBef>
              <a:spcAft>
                <a:spcPts val="0"/>
              </a:spcAft>
              <a:buClr>
                <a:schemeClr val="dk2"/>
              </a:buClr>
              <a:buSzPts val="1200"/>
              <a:buChar char="■"/>
              <a:defRPr>
                <a:solidFill>
                  <a:schemeClr val="lt1"/>
                </a:solidFill>
              </a:defRPr>
            </a:lvl3pPr>
            <a:lvl4pPr indent="-304800" lvl="3" marL="1828800">
              <a:spcBef>
                <a:spcPts val="0"/>
              </a:spcBef>
              <a:spcAft>
                <a:spcPts val="0"/>
              </a:spcAft>
              <a:buClr>
                <a:schemeClr val="dk2"/>
              </a:buClr>
              <a:buSzPts val="1200"/>
              <a:buChar char="●"/>
              <a:defRPr>
                <a:solidFill>
                  <a:schemeClr val="lt1"/>
                </a:solidFill>
              </a:defRPr>
            </a:lvl4pPr>
            <a:lvl5pPr indent="-304800" lvl="4" marL="2286000">
              <a:spcBef>
                <a:spcPts val="0"/>
              </a:spcBef>
              <a:spcAft>
                <a:spcPts val="0"/>
              </a:spcAft>
              <a:buClr>
                <a:schemeClr val="dk2"/>
              </a:buClr>
              <a:buSzPts val="1200"/>
              <a:buChar char="○"/>
              <a:defRPr>
                <a:solidFill>
                  <a:schemeClr val="lt1"/>
                </a:solidFill>
              </a:defRPr>
            </a:lvl5pPr>
            <a:lvl6pPr indent="-304800" lvl="5" marL="2743200">
              <a:spcBef>
                <a:spcPts val="0"/>
              </a:spcBef>
              <a:spcAft>
                <a:spcPts val="0"/>
              </a:spcAft>
              <a:buClr>
                <a:schemeClr val="dk2"/>
              </a:buClr>
              <a:buSzPts val="1200"/>
              <a:buChar char="■"/>
              <a:defRPr>
                <a:solidFill>
                  <a:schemeClr val="lt1"/>
                </a:solidFill>
              </a:defRPr>
            </a:lvl6pPr>
            <a:lvl7pPr indent="-304800" lvl="6" marL="3200400">
              <a:spcBef>
                <a:spcPts val="0"/>
              </a:spcBef>
              <a:spcAft>
                <a:spcPts val="0"/>
              </a:spcAft>
              <a:buClr>
                <a:schemeClr val="dk2"/>
              </a:buClr>
              <a:buSzPts val="1200"/>
              <a:buChar char="●"/>
              <a:defRPr>
                <a:solidFill>
                  <a:schemeClr val="lt1"/>
                </a:solidFill>
              </a:defRPr>
            </a:lvl7pPr>
            <a:lvl8pPr indent="-304800" lvl="7" marL="3657600">
              <a:spcBef>
                <a:spcPts val="0"/>
              </a:spcBef>
              <a:spcAft>
                <a:spcPts val="0"/>
              </a:spcAft>
              <a:buClr>
                <a:schemeClr val="dk2"/>
              </a:buClr>
              <a:buSzPts val="1200"/>
              <a:buChar char="○"/>
              <a:defRPr>
                <a:solidFill>
                  <a:schemeClr val="lt1"/>
                </a:solidFill>
              </a:defRPr>
            </a:lvl8pPr>
            <a:lvl9pPr indent="-304800" lvl="8" marL="4114800">
              <a:spcBef>
                <a:spcPts val="0"/>
              </a:spcBef>
              <a:spcAft>
                <a:spcPts val="0"/>
              </a:spcAft>
              <a:buClr>
                <a:schemeClr val="dk2"/>
              </a:buClr>
              <a:buSzPts val="1200"/>
              <a:buChar char="■"/>
              <a:defRPr>
                <a:solidFill>
                  <a:schemeClr val="lt1"/>
                </a:solidFill>
              </a:defRPr>
            </a:lvl9pPr>
          </a:lstStyle>
          <a:p/>
        </p:txBody>
      </p:sp>
      <p:pic>
        <p:nvPicPr>
          <p:cNvPr id="248" name="Google Shape;248;p32" title="logo_logomark-9.png"/>
          <p:cNvPicPr preferRelativeResize="0"/>
          <p:nvPr/>
        </p:nvPicPr>
        <p:blipFill>
          <a:blip r:embed="rId3">
            <a:alphaModFix/>
          </a:blip>
          <a:stretch>
            <a:fillRect/>
          </a:stretch>
        </p:blipFill>
        <p:spPr>
          <a:xfrm>
            <a:off x="457199" y="4837175"/>
            <a:ext cx="197509" cy="164592"/>
          </a:xfrm>
          <a:prstGeom prst="rect">
            <a:avLst/>
          </a:prstGeom>
          <a:noFill/>
          <a:ln>
            <a:noFill/>
          </a:ln>
        </p:spPr>
      </p:pic>
      <p:sp>
        <p:nvSpPr>
          <p:cNvPr id="249" name="Google Shape;249;p32"/>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250" name="Google Shape;250;p32"/>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ll bleed image with title - Light">
  <p:cSld name="MAIN_POINT_3">
    <p:bg>
      <p:bgPr>
        <a:solidFill>
          <a:schemeClr val="dk1"/>
        </a:solidFill>
      </p:bgPr>
    </p:bg>
    <p:spTree>
      <p:nvGrpSpPr>
        <p:cNvPr id="257" name="Shape 257"/>
        <p:cNvGrpSpPr/>
        <p:nvPr/>
      </p:nvGrpSpPr>
      <p:grpSpPr>
        <a:xfrm>
          <a:off x="0" y="0"/>
          <a:ext cx="0" cy="0"/>
          <a:chOff x="0" y="0"/>
          <a:chExt cx="0" cy="0"/>
        </a:xfrm>
      </p:grpSpPr>
      <p:sp>
        <p:nvSpPr>
          <p:cNvPr id="258" name="Google Shape;258;p34"/>
          <p:cNvSpPr/>
          <p:nvPr>
            <p:ph idx="2" type="pic"/>
          </p:nvPr>
        </p:nvSpPr>
        <p:spPr>
          <a:xfrm>
            <a:off x="-150" y="0"/>
            <a:ext cx="9144300" cy="4690800"/>
          </a:xfrm>
          <a:prstGeom prst="rect">
            <a:avLst/>
          </a:prstGeom>
          <a:noFill/>
          <a:ln>
            <a:noFill/>
          </a:ln>
        </p:spPr>
      </p:sp>
      <p:sp>
        <p:nvSpPr>
          <p:cNvPr id="259" name="Google Shape;259;p34"/>
          <p:cNvSpPr txBox="1"/>
          <p:nvPr>
            <p:ph type="title"/>
          </p:nvPr>
        </p:nvSpPr>
        <p:spPr>
          <a:xfrm>
            <a:off x="0" y="0"/>
            <a:ext cx="9144300" cy="2569500"/>
          </a:xfrm>
          <a:prstGeom prst="rect">
            <a:avLst/>
          </a:prstGeom>
          <a:gradFill>
            <a:gsLst>
              <a:gs pos="0">
                <a:srgbClr val="EDE9FE"/>
              </a:gs>
              <a:gs pos="28000">
                <a:srgbClr val="EDE9FE"/>
              </a:gs>
              <a:gs pos="54000">
                <a:srgbClr val="EDE9FE">
                  <a:alpha val="80000"/>
                </a:srgbClr>
              </a:gs>
              <a:gs pos="80000">
                <a:srgbClr val="EDE9FE">
                  <a:alpha val="50196"/>
                </a:srgbClr>
              </a:gs>
              <a:gs pos="100000">
                <a:srgbClr val="EDE9FE">
                  <a:alpha val="0"/>
                </a:srgbClr>
              </a:gs>
            </a:gsLst>
            <a:lin ang="5400012" scaled="0"/>
          </a:gradFill>
        </p:spPr>
        <p:txBody>
          <a:bodyPr anchorCtr="0" anchor="t" bIns="91425" lIns="91425" spcFirstLastPara="1" rIns="91425" wrap="square" tIns="457200">
            <a:noAutofit/>
          </a:bodyPr>
          <a:lstStyle>
            <a:lvl1pPr lvl="0" algn="ctr">
              <a:spcBef>
                <a:spcPts val="0"/>
              </a:spcBef>
              <a:spcAft>
                <a:spcPts val="0"/>
              </a:spcAft>
              <a:buClr>
                <a:schemeClr val="lt1"/>
              </a:buClr>
              <a:buSzPts val="2800"/>
              <a:buNone/>
              <a:defRPr>
                <a:solidFill>
                  <a:schemeClr val="lt1"/>
                </a:solidFill>
              </a:defRPr>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p:txBody>
      </p:sp>
      <p:pic>
        <p:nvPicPr>
          <p:cNvPr id="260" name="Google Shape;260;p34" title="logo_logomark-9.png"/>
          <p:cNvPicPr preferRelativeResize="0"/>
          <p:nvPr/>
        </p:nvPicPr>
        <p:blipFill>
          <a:blip r:embed="rId2">
            <a:alphaModFix/>
          </a:blip>
          <a:stretch>
            <a:fillRect/>
          </a:stretch>
        </p:blipFill>
        <p:spPr>
          <a:xfrm>
            <a:off x="457199" y="4837175"/>
            <a:ext cx="197509" cy="164592"/>
          </a:xfrm>
          <a:prstGeom prst="rect">
            <a:avLst/>
          </a:prstGeom>
          <a:noFill/>
          <a:ln>
            <a:noFill/>
          </a:ln>
        </p:spPr>
      </p:pic>
      <p:sp>
        <p:nvSpPr>
          <p:cNvPr id="261" name="Google Shape;261;p34"/>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262" name="Google Shape;262;p34"/>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 Light">
  <p:cSld name="MAIN_POINT_1">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36"/>
          <p:cNvSpPr/>
          <p:nvPr/>
        </p:nvSpPr>
        <p:spPr>
          <a:xfrm>
            <a:off x="457200" y="457200"/>
            <a:ext cx="8229600" cy="4114800"/>
          </a:xfrm>
          <a:prstGeom prst="roundRect">
            <a:avLst>
              <a:gd fmla="val 1226" name="adj"/>
            </a:avLst>
          </a:prstGeom>
          <a:solidFill>
            <a:srgbClr val="A78BFA">
              <a:alpha val="20000"/>
            </a:srgbClr>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273" name="Google Shape;273;p36"/>
          <p:cNvSpPr txBox="1"/>
          <p:nvPr/>
        </p:nvSpPr>
        <p:spPr>
          <a:xfrm flipH="1">
            <a:off x="685800" y="457200"/>
            <a:ext cx="699600" cy="1539300"/>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None/>
            </a:pPr>
            <a:r>
              <a:rPr b="1" lang="en" sz="10000">
                <a:solidFill>
                  <a:schemeClr val="dk2"/>
                </a:solidFill>
                <a:latin typeface="Inter"/>
                <a:ea typeface="Inter"/>
                <a:cs typeface="Inter"/>
                <a:sym typeface="Inter"/>
              </a:rPr>
              <a:t>“</a:t>
            </a:r>
            <a:endParaRPr b="1" sz="10000">
              <a:solidFill>
                <a:schemeClr val="dk2"/>
              </a:solidFill>
              <a:latin typeface="Inter"/>
              <a:ea typeface="Inter"/>
              <a:cs typeface="Inter"/>
              <a:sym typeface="Inter"/>
            </a:endParaRPr>
          </a:p>
        </p:txBody>
      </p:sp>
      <p:sp>
        <p:nvSpPr>
          <p:cNvPr id="274" name="Google Shape;274;p36"/>
          <p:cNvSpPr txBox="1"/>
          <p:nvPr>
            <p:ph type="title"/>
          </p:nvPr>
        </p:nvSpPr>
        <p:spPr>
          <a:xfrm>
            <a:off x="1691650" y="762000"/>
            <a:ext cx="6460200" cy="2926200"/>
          </a:xfrm>
          <a:prstGeom prst="rect">
            <a:avLst/>
          </a:prstGeom>
        </p:spPr>
        <p:txBody>
          <a:bodyPr anchorCtr="0" anchor="t" bIns="0" lIns="0" spcFirstLastPara="1" rIns="0" wrap="square" tIns="0">
            <a:normAutofit/>
          </a:bodyPr>
          <a:lstStyle>
            <a:lvl1pPr lvl="0">
              <a:spcBef>
                <a:spcPts val="0"/>
              </a:spcBef>
              <a:spcAft>
                <a:spcPts val="0"/>
              </a:spcAft>
              <a:buClr>
                <a:schemeClr val="lt1"/>
              </a:buClr>
              <a:buSzPts val="2000"/>
              <a:buNone/>
              <a:defRPr b="0" sz="2000">
                <a:solidFill>
                  <a:schemeClr val="lt1"/>
                </a:solidFill>
              </a:defRPr>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275" name="Google Shape;275;p36"/>
          <p:cNvSpPr txBox="1"/>
          <p:nvPr>
            <p:ph idx="1" type="subTitle"/>
          </p:nvPr>
        </p:nvSpPr>
        <p:spPr>
          <a:xfrm>
            <a:off x="1691650" y="3764400"/>
            <a:ext cx="6460200" cy="457200"/>
          </a:xfrm>
          <a:prstGeom prst="rect">
            <a:avLst/>
          </a:prstGeom>
        </p:spPr>
        <p:txBody>
          <a:bodyPr anchorCtr="0" anchor="b" bIns="0" lIns="0" spcFirstLastPara="1" rIns="0" wrap="square" tIns="0">
            <a:normAutofit/>
          </a:bodyPr>
          <a:lstStyle>
            <a:lvl1pPr lvl="0">
              <a:spcBef>
                <a:spcPts val="0"/>
              </a:spcBef>
              <a:spcAft>
                <a:spcPts val="0"/>
              </a:spcAft>
              <a:buClr>
                <a:schemeClr val="dk2"/>
              </a:buClr>
              <a:buSzPts val="1200"/>
              <a:buNone/>
              <a:defRPr i="1">
                <a:solidFill>
                  <a:schemeClr val="dk2"/>
                </a:solidFill>
              </a:defRPr>
            </a:lvl1pPr>
            <a:lvl2pPr lvl="1">
              <a:spcBef>
                <a:spcPts val="0"/>
              </a:spcBef>
              <a:spcAft>
                <a:spcPts val="0"/>
              </a:spcAft>
              <a:buClr>
                <a:schemeClr val="accent1"/>
              </a:buClr>
              <a:buSzPts val="1200"/>
              <a:buNone/>
              <a:defRPr>
                <a:solidFill>
                  <a:schemeClr val="accent1"/>
                </a:solidFill>
              </a:defRPr>
            </a:lvl2pPr>
            <a:lvl3pPr lvl="2">
              <a:spcBef>
                <a:spcPts val="0"/>
              </a:spcBef>
              <a:spcAft>
                <a:spcPts val="0"/>
              </a:spcAft>
              <a:buClr>
                <a:schemeClr val="accent1"/>
              </a:buClr>
              <a:buSzPts val="1200"/>
              <a:buNone/>
              <a:defRPr>
                <a:solidFill>
                  <a:schemeClr val="accent1"/>
                </a:solidFill>
              </a:defRPr>
            </a:lvl3pPr>
            <a:lvl4pPr lvl="3">
              <a:spcBef>
                <a:spcPts val="0"/>
              </a:spcBef>
              <a:spcAft>
                <a:spcPts val="0"/>
              </a:spcAft>
              <a:buClr>
                <a:schemeClr val="accent1"/>
              </a:buClr>
              <a:buSzPts val="1200"/>
              <a:buNone/>
              <a:defRPr>
                <a:solidFill>
                  <a:schemeClr val="accent1"/>
                </a:solidFill>
              </a:defRPr>
            </a:lvl4pPr>
            <a:lvl5pPr lvl="4">
              <a:spcBef>
                <a:spcPts val="0"/>
              </a:spcBef>
              <a:spcAft>
                <a:spcPts val="0"/>
              </a:spcAft>
              <a:buClr>
                <a:schemeClr val="accent1"/>
              </a:buClr>
              <a:buSzPts val="1200"/>
              <a:buNone/>
              <a:defRPr>
                <a:solidFill>
                  <a:schemeClr val="accent1"/>
                </a:solidFill>
              </a:defRPr>
            </a:lvl5pPr>
            <a:lvl6pPr lvl="5">
              <a:spcBef>
                <a:spcPts val="0"/>
              </a:spcBef>
              <a:spcAft>
                <a:spcPts val="0"/>
              </a:spcAft>
              <a:buClr>
                <a:schemeClr val="accent1"/>
              </a:buClr>
              <a:buSzPts val="1200"/>
              <a:buNone/>
              <a:defRPr>
                <a:solidFill>
                  <a:schemeClr val="accent1"/>
                </a:solidFill>
              </a:defRPr>
            </a:lvl6pPr>
            <a:lvl7pPr lvl="6">
              <a:spcBef>
                <a:spcPts val="0"/>
              </a:spcBef>
              <a:spcAft>
                <a:spcPts val="0"/>
              </a:spcAft>
              <a:buClr>
                <a:schemeClr val="accent1"/>
              </a:buClr>
              <a:buSzPts val="1200"/>
              <a:buNone/>
              <a:defRPr>
                <a:solidFill>
                  <a:schemeClr val="accent1"/>
                </a:solidFill>
              </a:defRPr>
            </a:lvl7pPr>
            <a:lvl8pPr lvl="7">
              <a:spcBef>
                <a:spcPts val="0"/>
              </a:spcBef>
              <a:spcAft>
                <a:spcPts val="0"/>
              </a:spcAft>
              <a:buClr>
                <a:schemeClr val="accent1"/>
              </a:buClr>
              <a:buSzPts val="1200"/>
              <a:buNone/>
              <a:defRPr>
                <a:solidFill>
                  <a:schemeClr val="accent1"/>
                </a:solidFill>
              </a:defRPr>
            </a:lvl8pPr>
            <a:lvl9pPr lvl="8">
              <a:spcBef>
                <a:spcPts val="0"/>
              </a:spcBef>
              <a:spcAft>
                <a:spcPts val="0"/>
              </a:spcAft>
              <a:buClr>
                <a:schemeClr val="accent1"/>
              </a:buClr>
              <a:buSzPts val="1200"/>
              <a:buNone/>
              <a:defRPr>
                <a:solidFill>
                  <a:schemeClr val="accent1"/>
                </a:solidFill>
              </a:defRPr>
            </a:lvl9pPr>
          </a:lstStyle>
          <a:p/>
        </p:txBody>
      </p:sp>
      <p:pic>
        <p:nvPicPr>
          <p:cNvPr id="276" name="Google Shape;276;p36" title="logo_logomark-9.png"/>
          <p:cNvPicPr preferRelativeResize="0"/>
          <p:nvPr/>
        </p:nvPicPr>
        <p:blipFill>
          <a:blip r:embed="rId3">
            <a:alphaModFix/>
          </a:blip>
          <a:stretch>
            <a:fillRect/>
          </a:stretch>
        </p:blipFill>
        <p:spPr>
          <a:xfrm>
            <a:off x="457199" y="4837175"/>
            <a:ext cx="197509" cy="164592"/>
          </a:xfrm>
          <a:prstGeom prst="rect">
            <a:avLst/>
          </a:prstGeom>
          <a:noFill/>
          <a:ln>
            <a:noFill/>
          </a:ln>
        </p:spPr>
      </p:pic>
      <p:sp>
        <p:nvSpPr>
          <p:cNvPr id="277" name="Google Shape;277;p36"/>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278" name="Google Shape;278;p36"/>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testimonial - Light">
  <p:cSld name="BIG_NUMBER_4">
    <p:bg>
      <p:bgPr>
        <a:blipFill>
          <a:blip r:embed="rId2">
            <a:alphaModFix/>
          </a:blip>
          <a:stretch>
            <a:fillRect/>
          </a:stretch>
        </a:blipFill>
      </p:bgPr>
    </p:bg>
    <p:spTree>
      <p:nvGrpSpPr>
        <p:cNvPr id="310" name="Shape 310"/>
        <p:cNvGrpSpPr/>
        <p:nvPr/>
      </p:nvGrpSpPr>
      <p:grpSpPr>
        <a:xfrm>
          <a:off x="0" y="0"/>
          <a:ext cx="0" cy="0"/>
          <a:chOff x="0" y="0"/>
          <a:chExt cx="0" cy="0"/>
        </a:xfrm>
      </p:grpSpPr>
      <p:sp>
        <p:nvSpPr>
          <p:cNvPr id="311" name="Google Shape;311;p40"/>
          <p:cNvSpPr/>
          <p:nvPr/>
        </p:nvSpPr>
        <p:spPr>
          <a:xfrm>
            <a:off x="457200" y="1308000"/>
            <a:ext cx="3941100" cy="2925600"/>
          </a:xfrm>
          <a:prstGeom prst="roundRect">
            <a:avLst>
              <a:gd fmla="val 1226" name="adj"/>
            </a:avLst>
          </a:prstGeom>
          <a:solidFill>
            <a:srgbClr val="A78BFA">
              <a:alpha val="20000"/>
            </a:srgbClr>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312" name="Google Shape;312;p40"/>
          <p:cNvSpPr/>
          <p:nvPr/>
        </p:nvSpPr>
        <p:spPr>
          <a:xfrm>
            <a:off x="4745700" y="1308000"/>
            <a:ext cx="3941100" cy="2925600"/>
          </a:xfrm>
          <a:prstGeom prst="roundRect">
            <a:avLst>
              <a:gd fmla="val 1226" name="adj"/>
            </a:avLst>
          </a:prstGeom>
          <a:solidFill>
            <a:srgbClr val="A78BFA">
              <a:alpha val="20000"/>
            </a:srgbClr>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313" name="Google Shape;313;p40"/>
          <p:cNvSpPr txBox="1"/>
          <p:nvPr>
            <p:ph type="title"/>
          </p:nvPr>
        </p:nvSpPr>
        <p:spPr>
          <a:xfrm>
            <a:off x="457200" y="457200"/>
            <a:ext cx="8229600" cy="3936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314" name="Google Shape;314;p40"/>
          <p:cNvSpPr txBox="1"/>
          <p:nvPr>
            <p:ph idx="1" type="subTitle"/>
          </p:nvPr>
        </p:nvSpPr>
        <p:spPr>
          <a:xfrm>
            <a:off x="841200" y="1308000"/>
            <a:ext cx="3557100" cy="2163600"/>
          </a:xfrm>
          <a:prstGeom prst="rect">
            <a:avLst/>
          </a:prstGeom>
        </p:spPr>
        <p:txBody>
          <a:bodyPr anchorCtr="0" anchor="t" bIns="0" lIns="182875" spcFirstLastPara="1" rIns="182875" wrap="square" tIns="182875">
            <a:normAutofit/>
          </a:bodyPr>
          <a:lstStyle>
            <a:lvl1pPr lvl="0">
              <a:spcBef>
                <a:spcPts val="0"/>
              </a:spcBef>
              <a:spcAft>
                <a:spcPts val="0"/>
              </a:spcAft>
              <a:buClr>
                <a:schemeClr val="lt1"/>
              </a:buClr>
              <a:buSzPts val="1200"/>
              <a:buNone/>
              <a:defRPr>
                <a:solidFill>
                  <a:schemeClr val="lt1"/>
                </a:solidFill>
              </a:defRPr>
            </a:lvl1pPr>
            <a:lvl2pPr lvl="1">
              <a:spcBef>
                <a:spcPts val="0"/>
              </a:spcBef>
              <a:spcAft>
                <a:spcPts val="0"/>
              </a:spcAft>
              <a:buClr>
                <a:schemeClr val="lt1"/>
              </a:buClr>
              <a:buSzPts val="1200"/>
              <a:buNone/>
              <a:defRPr>
                <a:solidFill>
                  <a:schemeClr val="lt1"/>
                </a:solidFill>
              </a:defRPr>
            </a:lvl2pPr>
            <a:lvl3pPr lvl="2">
              <a:spcBef>
                <a:spcPts val="0"/>
              </a:spcBef>
              <a:spcAft>
                <a:spcPts val="0"/>
              </a:spcAft>
              <a:buClr>
                <a:schemeClr val="lt1"/>
              </a:buClr>
              <a:buSzPts val="1200"/>
              <a:buNone/>
              <a:defRPr>
                <a:solidFill>
                  <a:schemeClr val="lt1"/>
                </a:solidFill>
              </a:defRPr>
            </a:lvl3pPr>
            <a:lvl4pPr lvl="3">
              <a:spcBef>
                <a:spcPts val="0"/>
              </a:spcBef>
              <a:spcAft>
                <a:spcPts val="0"/>
              </a:spcAft>
              <a:buClr>
                <a:schemeClr val="lt1"/>
              </a:buClr>
              <a:buSzPts val="1200"/>
              <a:buNone/>
              <a:defRPr>
                <a:solidFill>
                  <a:schemeClr val="lt1"/>
                </a:solidFill>
              </a:defRPr>
            </a:lvl4pPr>
            <a:lvl5pPr lvl="4">
              <a:spcBef>
                <a:spcPts val="0"/>
              </a:spcBef>
              <a:spcAft>
                <a:spcPts val="0"/>
              </a:spcAft>
              <a:buClr>
                <a:schemeClr val="lt1"/>
              </a:buClr>
              <a:buSzPts val="1200"/>
              <a:buNone/>
              <a:defRPr>
                <a:solidFill>
                  <a:schemeClr val="lt1"/>
                </a:solidFill>
              </a:defRPr>
            </a:lvl5pPr>
            <a:lvl6pPr lvl="5">
              <a:spcBef>
                <a:spcPts val="0"/>
              </a:spcBef>
              <a:spcAft>
                <a:spcPts val="0"/>
              </a:spcAft>
              <a:buClr>
                <a:schemeClr val="lt1"/>
              </a:buClr>
              <a:buSzPts val="1200"/>
              <a:buNone/>
              <a:defRPr>
                <a:solidFill>
                  <a:schemeClr val="lt1"/>
                </a:solidFill>
              </a:defRPr>
            </a:lvl6pPr>
            <a:lvl7pPr lvl="6">
              <a:spcBef>
                <a:spcPts val="0"/>
              </a:spcBef>
              <a:spcAft>
                <a:spcPts val="0"/>
              </a:spcAft>
              <a:buClr>
                <a:schemeClr val="lt1"/>
              </a:buClr>
              <a:buSzPts val="1200"/>
              <a:buNone/>
              <a:defRPr>
                <a:solidFill>
                  <a:schemeClr val="lt1"/>
                </a:solidFill>
              </a:defRPr>
            </a:lvl7pPr>
            <a:lvl8pPr lvl="7">
              <a:spcBef>
                <a:spcPts val="0"/>
              </a:spcBef>
              <a:spcAft>
                <a:spcPts val="0"/>
              </a:spcAft>
              <a:buClr>
                <a:schemeClr val="lt1"/>
              </a:buClr>
              <a:buSzPts val="1200"/>
              <a:buNone/>
              <a:defRPr>
                <a:solidFill>
                  <a:schemeClr val="lt1"/>
                </a:solidFill>
              </a:defRPr>
            </a:lvl8pPr>
            <a:lvl9pPr lvl="8">
              <a:spcBef>
                <a:spcPts val="0"/>
              </a:spcBef>
              <a:spcAft>
                <a:spcPts val="0"/>
              </a:spcAft>
              <a:buClr>
                <a:schemeClr val="lt1"/>
              </a:buClr>
              <a:buSzPts val="1200"/>
              <a:buNone/>
              <a:defRPr>
                <a:solidFill>
                  <a:schemeClr val="lt1"/>
                </a:solidFill>
              </a:defRPr>
            </a:lvl9pPr>
          </a:lstStyle>
          <a:p/>
        </p:txBody>
      </p:sp>
      <p:sp>
        <p:nvSpPr>
          <p:cNvPr id="315" name="Google Shape;315;p40"/>
          <p:cNvSpPr txBox="1"/>
          <p:nvPr>
            <p:ph idx="2" type="subTitle"/>
          </p:nvPr>
        </p:nvSpPr>
        <p:spPr>
          <a:xfrm>
            <a:off x="841200" y="3700200"/>
            <a:ext cx="3557100" cy="533400"/>
          </a:xfrm>
          <a:prstGeom prst="rect">
            <a:avLst/>
          </a:prstGeom>
        </p:spPr>
        <p:txBody>
          <a:bodyPr anchorCtr="0" anchor="t" bIns="182875" lIns="182875" spcFirstLastPara="1" rIns="182875" wrap="square" tIns="0">
            <a:normAutofit/>
          </a:bodyPr>
          <a:lstStyle>
            <a:lvl1pPr lvl="0">
              <a:spcBef>
                <a:spcPts val="0"/>
              </a:spcBef>
              <a:spcAft>
                <a:spcPts val="0"/>
              </a:spcAft>
              <a:buClr>
                <a:schemeClr val="dk2"/>
              </a:buClr>
              <a:buSzPts val="900"/>
              <a:buNone/>
              <a:defRPr sz="900">
                <a:solidFill>
                  <a:schemeClr val="dk2"/>
                </a:solidFill>
              </a:defRPr>
            </a:lvl1pPr>
            <a:lvl2pPr lvl="1">
              <a:spcBef>
                <a:spcPts val="0"/>
              </a:spcBef>
              <a:spcAft>
                <a:spcPts val="0"/>
              </a:spcAft>
              <a:buClr>
                <a:schemeClr val="dk2"/>
              </a:buClr>
              <a:buSzPts val="900"/>
              <a:buNone/>
              <a:defRPr sz="900">
                <a:solidFill>
                  <a:schemeClr val="dk2"/>
                </a:solidFill>
              </a:defRPr>
            </a:lvl2pPr>
            <a:lvl3pPr lvl="2">
              <a:spcBef>
                <a:spcPts val="0"/>
              </a:spcBef>
              <a:spcAft>
                <a:spcPts val="0"/>
              </a:spcAft>
              <a:buClr>
                <a:schemeClr val="dk2"/>
              </a:buClr>
              <a:buSzPts val="900"/>
              <a:buNone/>
              <a:defRPr sz="900">
                <a:solidFill>
                  <a:schemeClr val="dk2"/>
                </a:solidFill>
              </a:defRPr>
            </a:lvl3pPr>
            <a:lvl4pPr lvl="3">
              <a:spcBef>
                <a:spcPts val="0"/>
              </a:spcBef>
              <a:spcAft>
                <a:spcPts val="0"/>
              </a:spcAft>
              <a:buClr>
                <a:schemeClr val="dk2"/>
              </a:buClr>
              <a:buSzPts val="900"/>
              <a:buNone/>
              <a:defRPr sz="900">
                <a:solidFill>
                  <a:schemeClr val="dk2"/>
                </a:solidFill>
              </a:defRPr>
            </a:lvl4pPr>
            <a:lvl5pPr lvl="4">
              <a:spcBef>
                <a:spcPts val="0"/>
              </a:spcBef>
              <a:spcAft>
                <a:spcPts val="0"/>
              </a:spcAft>
              <a:buClr>
                <a:schemeClr val="dk2"/>
              </a:buClr>
              <a:buSzPts val="900"/>
              <a:buNone/>
              <a:defRPr sz="900">
                <a:solidFill>
                  <a:schemeClr val="dk2"/>
                </a:solidFill>
              </a:defRPr>
            </a:lvl5pPr>
            <a:lvl6pPr lvl="5">
              <a:spcBef>
                <a:spcPts val="0"/>
              </a:spcBef>
              <a:spcAft>
                <a:spcPts val="0"/>
              </a:spcAft>
              <a:buClr>
                <a:schemeClr val="dk2"/>
              </a:buClr>
              <a:buSzPts val="900"/>
              <a:buNone/>
              <a:defRPr sz="900">
                <a:solidFill>
                  <a:schemeClr val="dk2"/>
                </a:solidFill>
              </a:defRPr>
            </a:lvl6pPr>
            <a:lvl7pPr lvl="6">
              <a:spcBef>
                <a:spcPts val="0"/>
              </a:spcBef>
              <a:spcAft>
                <a:spcPts val="0"/>
              </a:spcAft>
              <a:buClr>
                <a:schemeClr val="dk2"/>
              </a:buClr>
              <a:buSzPts val="900"/>
              <a:buNone/>
              <a:defRPr sz="900">
                <a:solidFill>
                  <a:schemeClr val="dk2"/>
                </a:solidFill>
              </a:defRPr>
            </a:lvl7pPr>
            <a:lvl8pPr lvl="7">
              <a:spcBef>
                <a:spcPts val="0"/>
              </a:spcBef>
              <a:spcAft>
                <a:spcPts val="0"/>
              </a:spcAft>
              <a:buClr>
                <a:schemeClr val="dk2"/>
              </a:buClr>
              <a:buSzPts val="900"/>
              <a:buNone/>
              <a:defRPr sz="900">
                <a:solidFill>
                  <a:schemeClr val="dk2"/>
                </a:solidFill>
              </a:defRPr>
            </a:lvl8pPr>
            <a:lvl9pPr lvl="8">
              <a:spcBef>
                <a:spcPts val="0"/>
              </a:spcBef>
              <a:spcAft>
                <a:spcPts val="0"/>
              </a:spcAft>
              <a:buClr>
                <a:schemeClr val="dk2"/>
              </a:buClr>
              <a:buSzPts val="900"/>
              <a:buNone/>
              <a:defRPr sz="900">
                <a:solidFill>
                  <a:schemeClr val="dk2"/>
                </a:solidFill>
              </a:defRPr>
            </a:lvl9pPr>
          </a:lstStyle>
          <a:p/>
        </p:txBody>
      </p:sp>
      <p:sp>
        <p:nvSpPr>
          <p:cNvPr id="316" name="Google Shape;316;p40"/>
          <p:cNvSpPr txBox="1"/>
          <p:nvPr>
            <p:ph idx="3" type="subTitle"/>
          </p:nvPr>
        </p:nvSpPr>
        <p:spPr>
          <a:xfrm>
            <a:off x="5129600" y="1308000"/>
            <a:ext cx="3557100" cy="2163600"/>
          </a:xfrm>
          <a:prstGeom prst="rect">
            <a:avLst/>
          </a:prstGeom>
        </p:spPr>
        <p:txBody>
          <a:bodyPr anchorCtr="0" anchor="t" bIns="0" lIns="182875" spcFirstLastPara="1" rIns="182875" wrap="square" tIns="182875">
            <a:normAutofit/>
          </a:bodyPr>
          <a:lstStyle>
            <a:lvl1pPr lvl="0">
              <a:spcBef>
                <a:spcPts val="0"/>
              </a:spcBef>
              <a:spcAft>
                <a:spcPts val="0"/>
              </a:spcAft>
              <a:buClr>
                <a:schemeClr val="lt1"/>
              </a:buClr>
              <a:buSzPts val="1200"/>
              <a:buNone/>
              <a:defRPr>
                <a:solidFill>
                  <a:schemeClr val="lt1"/>
                </a:solidFill>
              </a:defRPr>
            </a:lvl1pPr>
            <a:lvl2pPr lvl="1">
              <a:spcBef>
                <a:spcPts val="0"/>
              </a:spcBef>
              <a:spcAft>
                <a:spcPts val="0"/>
              </a:spcAft>
              <a:buClr>
                <a:schemeClr val="lt1"/>
              </a:buClr>
              <a:buSzPts val="1200"/>
              <a:buNone/>
              <a:defRPr>
                <a:solidFill>
                  <a:schemeClr val="lt1"/>
                </a:solidFill>
              </a:defRPr>
            </a:lvl2pPr>
            <a:lvl3pPr lvl="2">
              <a:spcBef>
                <a:spcPts val="0"/>
              </a:spcBef>
              <a:spcAft>
                <a:spcPts val="0"/>
              </a:spcAft>
              <a:buClr>
                <a:schemeClr val="lt1"/>
              </a:buClr>
              <a:buSzPts val="1200"/>
              <a:buNone/>
              <a:defRPr>
                <a:solidFill>
                  <a:schemeClr val="lt1"/>
                </a:solidFill>
              </a:defRPr>
            </a:lvl3pPr>
            <a:lvl4pPr lvl="3">
              <a:spcBef>
                <a:spcPts val="0"/>
              </a:spcBef>
              <a:spcAft>
                <a:spcPts val="0"/>
              </a:spcAft>
              <a:buClr>
                <a:schemeClr val="lt1"/>
              </a:buClr>
              <a:buSzPts val="1200"/>
              <a:buNone/>
              <a:defRPr>
                <a:solidFill>
                  <a:schemeClr val="lt1"/>
                </a:solidFill>
              </a:defRPr>
            </a:lvl4pPr>
            <a:lvl5pPr lvl="4">
              <a:spcBef>
                <a:spcPts val="0"/>
              </a:spcBef>
              <a:spcAft>
                <a:spcPts val="0"/>
              </a:spcAft>
              <a:buClr>
                <a:schemeClr val="lt1"/>
              </a:buClr>
              <a:buSzPts val="1200"/>
              <a:buNone/>
              <a:defRPr>
                <a:solidFill>
                  <a:schemeClr val="lt1"/>
                </a:solidFill>
              </a:defRPr>
            </a:lvl5pPr>
            <a:lvl6pPr lvl="5">
              <a:spcBef>
                <a:spcPts val="0"/>
              </a:spcBef>
              <a:spcAft>
                <a:spcPts val="0"/>
              </a:spcAft>
              <a:buClr>
                <a:schemeClr val="lt1"/>
              </a:buClr>
              <a:buSzPts val="1200"/>
              <a:buNone/>
              <a:defRPr>
                <a:solidFill>
                  <a:schemeClr val="lt1"/>
                </a:solidFill>
              </a:defRPr>
            </a:lvl6pPr>
            <a:lvl7pPr lvl="6">
              <a:spcBef>
                <a:spcPts val="0"/>
              </a:spcBef>
              <a:spcAft>
                <a:spcPts val="0"/>
              </a:spcAft>
              <a:buClr>
                <a:schemeClr val="lt1"/>
              </a:buClr>
              <a:buSzPts val="1200"/>
              <a:buNone/>
              <a:defRPr>
                <a:solidFill>
                  <a:schemeClr val="lt1"/>
                </a:solidFill>
              </a:defRPr>
            </a:lvl7pPr>
            <a:lvl8pPr lvl="7">
              <a:spcBef>
                <a:spcPts val="0"/>
              </a:spcBef>
              <a:spcAft>
                <a:spcPts val="0"/>
              </a:spcAft>
              <a:buClr>
                <a:schemeClr val="lt1"/>
              </a:buClr>
              <a:buSzPts val="1200"/>
              <a:buNone/>
              <a:defRPr>
                <a:solidFill>
                  <a:schemeClr val="lt1"/>
                </a:solidFill>
              </a:defRPr>
            </a:lvl8pPr>
            <a:lvl9pPr lvl="8">
              <a:spcBef>
                <a:spcPts val="0"/>
              </a:spcBef>
              <a:spcAft>
                <a:spcPts val="0"/>
              </a:spcAft>
              <a:buClr>
                <a:schemeClr val="lt1"/>
              </a:buClr>
              <a:buSzPts val="1200"/>
              <a:buNone/>
              <a:defRPr>
                <a:solidFill>
                  <a:schemeClr val="lt1"/>
                </a:solidFill>
              </a:defRPr>
            </a:lvl9pPr>
          </a:lstStyle>
          <a:p/>
        </p:txBody>
      </p:sp>
      <p:sp>
        <p:nvSpPr>
          <p:cNvPr id="317" name="Google Shape;317;p40"/>
          <p:cNvSpPr txBox="1"/>
          <p:nvPr>
            <p:ph idx="4" type="subTitle"/>
          </p:nvPr>
        </p:nvSpPr>
        <p:spPr>
          <a:xfrm>
            <a:off x="5129600" y="3700200"/>
            <a:ext cx="3557100" cy="533400"/>
          </a:xfrm>
          <a:prstGeom prst="rect">
            <a:avLst/>
          </a:prstGeom>
        </p:spPr>
        <p:txBody>
          <a:bodyPr anchorCtr="0" anchor="t" bIns="182875" lIns="182875" spcFirstLastPara="1" rIns="182875" wrap="square" tIns="0">
            <a:normAutofit/>
          </a:bodyPr>
          <a:lstStyle>
            <a:lvl1pPr lvl="0">
              <a:spcBef>
                <a:spcPts val="0"/>
              </a:spcBef>
              <a:spcAft>
                <a:spcPts val="0"/>
              </a:spcAft>
              <a:buClr>
                <a:schemeClr val="dk2"/>
              </a:buClr>
              <a:buSzPts val="900"/>
              <a:buNone/>
              <a:defRPr sz="900">
                <a:solidFill>
                  <a:schemeClr val="dk2"/>
                </a:solidFill>
              </a:defRPr>
            </a:lvl1pPr>
            <a:lvl2pPr lvl="1">
              <a:spcBef>
                <a:spcPts val="0"/>
              </a:spcBef>
              <a:spcAft>
                <a:spcPts val="0"/>
              </a:spcAft>
              <a:buClr>
                <a:schemeClr val="dk2"/>
              </a:buClr>
              <a:buSzPts val="900"/>
              <a:buNone/>
              <a:defRPr sz="900">
                <a:solidFill>
                  <a:schemeClr val="dk2"/>
                </a:solidFill>
              </a:defRPr>
            </a:lvl2pPr>
            <a:lvl3pPr lvl="2">
              <a:spcBef>
                <a:spcPts val="0"/>
              </a:spcBef>
              <a:spcAft>
                <a:spcPts val="0"/>
              </a:spcAft>
              <a:buClr>
                <a:schemeClr val="dk2"/>
              </a:buClr>
              <a:buSzPts val="900"/>
              <a:buNone/>
              <a:defRPr sz="900">
                <a:solidFill>
                  <a:schemeClr val="dk2"/>
                </a:solidFill>
              </a:defRPr>
            </a:lvl3pPr>
            <a:lvl4pPr lvl="3">
              <a:spcBef>
                <a:spcPts val="0"/>
              </a:spcBef>
              <a:spcAft>
                <a:spcPts val="0"/>
              </a:spcAft>
              <a:buClr>
                <a:schemeClr val="dk2"/>
              </a:buClr>
              <a:buSzPts val="900"/>
              <a:buNone/>
              <a:defRPr sz="900">
                <a:solidFill>
                  <a:schemeClr val="dk2"/>
                </a:solidFill>
              </a:defRPr>
            </a:lvl4pPr>
            <a:lvl5pPr lvl="4">
              <a:spcBef>
                <a:spcPts val="0"/>
              </a:spcBef>
              <a:spcAft>
                <a:spcPts val="0"/>
              </a:spcAft>
              <a:buClr>
                <a:schemeClr val="dk2"/>
              </a:buClr>
              <a:buSzPts val="900"/>
              <a:buNone/>
              <a:defRPr sz="900">
                <a:solidFill>
                  <a:schemeClr val="dk2"/>
                </a:solidFill>
              </a:defRPr>
            </a:lvl5pPr>
            <a:lvl6pPr lvl="5">
              <a:spcBef>
                <a:spcPts val="0"/>
              </a:spcBef>
              <a:spcAft>
                <a:spcPts val="0"/>
              </a:spcAft>
              <a:buClr>
                <a:schemeClr val="dk2"/>
              </a:buClr>
              <a:buSzPts val="900"/>
              <a:buNone/>
              <a:defRPr sz="900">
                <a:solidFill>
                  <a:schemeClr val="dk2"/>
                </a:solidFill>
              </a:defRPr>
            </a:lvl6pPr>
            <a:lvl7pPr lvl="6">
              <a:spcBef>
                <a:spcPts val="0"/>
              </a:spcBef>
              <a:spcAft>
                <a:spcPts val="0"/>
              </a:spcAft>
              <a:buClr>
                <a:schemeClr val="dk2"/>
              </a:buClr>
              <a:buSzPts val="900"/>
              <a:buNone/>
              <a:defRPr sz="900">
                <a:solidFill>
                  <a:schemeClr val="dk2"/>
                </a:solidFill>
              </a:defRPr>
            </a:lvl7pPr>
            <a:lvl8pPr lvl="7">
              <a:spcBef>
                <a:spcPts val="0"/>
              </a:spcBef>
              <a:spcAft>
                <a:spcPts val="0"/>
              </a:spcAft>
              <a:buClr>
                <a:schemeClr val="dk2"/>
              </a:buClr>
              <a:buSzPts val="900"/>
              <a:buNone/>
              <a:defRPr sz="900">
                <a:solidFill>
                  <a:schemeClr val="dk2"/>
                </a:solidFill>
              </a:defRPr>
            </a:lvl8pPr>
            <a:lvl9pPr lvl="8">
              <a:spcBef>
                <a:spcPts val="0"/>
              </a:spcBef>
              <a:spcAft>
                <a:spcPts val="0"/>
              </a:spcAft>
              <a:buClr>
                <a:schemeClr val="dk2"/>
              </a:buClr>
              <a:buSzPts val="900"/>
              <a:buNone/>
              <a:defRPr sz="900">
                <a:solidFill>
                  <a:schemeClr val="dk2"/>
                </a:solidFill>
              </a:defRPr>
            </a:lvl9pPr>
          </a:lstStyle>
          <a:p/>
        </p:txBody>
      </p:sp>
      <p:pic>
        <p:nvPicPr>
          <p:cNvPr id="318" name="Google Shape;318;p40" title="logo_logomark-9.png"/>
          <p:cNvPicPr preferRelativeResize="0"/>
          <p:nvPr/>
        </p:nvPicPr>
        <p:blipFill>
          <a:blip r:embed="rId3">
            <a:alphaModFix/>
          </a:blip>
          <a:stretch>
            <a:fillRect/>
          </a:stretch>
        </p:blipFill>
        <p:spPr>
          <a:xfrm>
            <a:off x="457199" y="4837175"/>
            <a:ext cx="197509" cy="164592"/>
          </a:xfrm>
          <a:prstGeom prst="rect">
            <a:avLst/>
          </a:prstGeom>
          <a:noFill/>
          <a:ln>
            <a:noFill/>
          </a:ln>
        </p:spPr>
      </p:pic>
      <p:sp>
        <p:nvSpPr>
          <p:cNvPr id="319" name="Google Shape;319;p40"/>
          <p:cNvSpPr txBox="1"/>
          <p:nvPr/>
        </p:nvSpPr>
        <p:spPr>
          <a:xfrm flipH="1">
            <a:off x="457200" y="1335600"/>
            <a:ext cx="463200" cy="7695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b="1" lang="en" sz="5000">
                <a:solidFill>
                  <a:schemeClr val="dk2"/>
                </a:solidFill>
                <a:latin typeface="Inter"/>
                <a:ea typeface="Inter"/>
                <a:cs typeface="Inter"/>
                <a:sym typeface="Inter"/>
              </a:rPr>
              <a:t>“</a:t>
            </a:r>
            <a:endParaRPr b="1" sz="5000">
              <a:solidFill>
                <a:schemeClr val="dk2"/>
              </a:solidFill>
              <a:latin typeface="Inter"/>
              <a:ea typeface="Inter"/>
              <a:cs typeface="Inter"/>
              <a:sym typeface="Inter"/>
            </a:endParaRPr>
          </a:p>
        </p:txBody>
      </p:sp>
      <p:sp>
        <p:nvSpPr>
          <p:cNvPr id="320" name="Google Shape;320;p40"/>
          <p:cNvSpPr txBox="1"/>
          <p:nvPr/>
        </p:nvSpPr>
        <p:spPr>
          <a:xfrm flipH="1">
            <a:off x="4745700" y="1335600"/>
            <a:ext cx="463200" cy="7695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b="1" lang="en" sz="5000">
                <a:solidFill>
                  <a:schemeClr val="dk2"/>
                </a:solidFill>
                <a:latin typeface="Inter"/>
                <a:ea typeface="Inter"/>
                <a:cs typeface="Inter"/>
                <a:sym typeface="Inter"/>
              </a:rPr>
              <a:t>“</a:t>
            </a:r>
            <a:endParaRPr b="1" sz="5000">
              <a:solidFill>
                <a:schemeClr val="dk2"/>
              </a:solidFill>
              <a:latin typeface="Inter"/>
              <a:ea typeface="Inter"/>
              <a:cs typeface="Inter"/>
              <a:sym typeface="Inter"/>
            </a:endParaRPr>
          </a:p>
        </p:txBody>
      </p:sp>
      <p:sp>
        <p:nvSpPr>
          <p:cNvPr id="321" name="Google Shape;321;p40"/>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322" name="Google Shape;322;p40"/>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 Number - Light">
  <p:cSld name="BIG_NUMBER_1">
    <p:bg>
      <p:bgPr>
        <a:blipFill>
          <a:blip r:embed="rId2">
            <a:alphaModFix/>
          </a:blip>
          <a:stretch>
            <a:fillRect/>
          </a:stretch>
        </a:blipFill>
      </p:bgPr>
    </p:bg>
    <p:spTree>
      <p:nvGrpSpPr>
        <p:cNvPr id="358" name="Shape 358"/>
        <p:cNvGrpSpPr/>
        <p:nvPr/>
      </p:nvGrpSpPr>
      <p:grpSpPr>
        <a:xfrm>
          <a:off x="0" y="0"/>
          <a:ext cx="0" cy="0"/>
          <a:chOff x="0" y="0"/>
          <a:chExt cx="0" cy="0"/>
        </a:xfrm>
      </p:grpSpPr>
      <p:sp>
        <p:nvSpPr>
          <p:cNvPr id="359" name="Google Shape;359;p44"/>
          <p:cNvSpPr/>
          <p:nvPr/>
        </p:nvSpPr>
        <p:spPr>
          <a:xfrm>
            <a:off x="457200" y="457200"/>
            <a:ext cx="8229600" cy="3840600"/>
          </a:xfrm>
          <a:prstGeom prst="roundRect">
            <a:avLst>
              <a:gd fmla="val 1226" name="adj"/>
            </a:avLst>
          </a:prstGeom>
          <a:solidFill>
            <a:srgbClr val="A78BFA">
              <a:alpha val="20000"/>
            </a:srgbClr>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360" name="Google Shape;360;p44"/>
          <p:cNvSpPr txBox="1"/>
          <p:nvPr>
            <p:ph hasCustomPrompt="1" type="title"/>
          </p:nvPr>
        </p:nvSpPr>
        <p:spPr>
          <a:xfrm>
            <a:off x="996700" y="567750"/>
            <a:ext cx="7150500" cy="2112300"/>
          </a:xfrm>
          <a:prstGeom prst="rect">
            <a:avLst/>
          </a:prstGeom>
        </p:spPr>
        <p:txBody>
          <a:bodyPr anchorCtr="0" anchor="b" bIns="0" lIns="0" spcFirstLastPara="1" rIns="0" wrap="square" tIns="0">
            <a:normAutofit/>
          </a:bodyPr>
          <a:lstStyle>
            <a:lvl1pPr lvl="0" algn="ctr">
              <a:spcBef>
                <a:spcPts val="0"/>
              </a:spcBef>
              <a:spcAft>
                <a:spcPts val="0"/>
              </a:spcAft>
              <a:buClr>
                <a:schemeClr val="dk2"/>
              </a:buClr>
              <a:buSzPts val="10000"/>
              <a:buNone/>
              <a:defRPr sz="10000">
                <a:solidFill>
                  <a:schemeClr val="dk2"/>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361" name="Google Shape;361;p44"/>
          <p:cNvSpPr txBox="1"/>
          <p:nvPr>
            <p:ph idx="1" type="subTitle"/>
          </p:nvPr>
        </p:nvSpPr>
        <p:spPr>
          <a:xfrm>
            <a:off x="996700" y="2680025"/>
            <a:ext cx="7150500" cy="1463100"/>
          </a:xfrm>
          <a:prstGeom prst="rect">
            <a:avLst/>
          </a:prstGeom>
        </p:spPr>
        <p:txBody>
          <a:bodyPr anchorCtr="0" anchor="t" bIns="0" lIns="0" spcFirstLastPara="1" rIns="0" wrap="square" tIns="0">
            <a:spAutoFit/>
          </a:bodyPr>
          <a:lstStyle>
            <a:lvl1pPr lvl="0" algn="ctr">
              <a:spcBef>
                <a:spcPts val="0"/>
              </a:spcBef>
              <a:spcAft>
                <a:spcPts val="0"/>
              </a:spcAft>
              <a:buClr>
                <a:schemeClr val="lt1"/>
              </a:buClr>
              <a:buSzPts val="1600"/>
              <a:buNone/>
              <a:defRPr sz="1600">
                <a:solidFill>
                  <a:schemeClr val="lt1"/>
                </a:solidFill>
              </a:defRPr>
            </a:lvl1pPr>
            <a:lvl2pPr lvl="1" algn="ctr">
              <a:spcBef>
                <a:spcPts val="0"/>
              </a:spcBef>
              <a:spcAft>
                <a:spcPts val="0"/>
              </a:spcAft>
              <a:buSzPts val="1200"/>
              <a:buNone/>
              <a:defRPr/>
            </a:lvl2pPr>
            <a:lvl3pPr lvl="2" algn="ctr">
              <a:spcBef>
                <a:spcPts val="0"/>
              </a:spcBef>
              <a:spcAft>
                <a:spcPts val="0"/>
              </a:spcAft>
              <a:buSzPts val="1200"/>
              <a:buNone/>
              <a:defRPr/>
            </a:lvl3pPr>
            <a:lvl4pPr lvl="3" algn="ctr">
              <a:spcBef>
                <a:spcPts val="0"/>
              </a:spcBef>
              <a:spcAft>
                <a:spcPts val="0"/>
              </a:spcAft>
              <a:buSzPts val="1200"/>
              <a:buNone/>
              <a:defRPr/>
            </a:lvl4pPr>
            <a:lvl5pPr lvl="4" algn="ctr">
              <a:spcBef>
                <a:spcPts val="0"/>
              </a:spcBef>
              <a:spcAft>
                <a:spcPts val="0"/>
              </a:spcAft>
              <a:buSzPts val="1200"/>
              <a:buNone/>
              <a:defRPr/>
            </a:lvl5pPr>
            <a:lvl6pPr lvl="5" algn="ctr">
              <a:spcBef>
                <a:spcPts val="0"/>
              </a:spcBef>
              <a:spcAft>
                <a:spcPts val="0"/>
              </a:spcAft>
              <a:buSzPts val="1200"/>
              <a:buNone/>
              <a:defRPr/>
            </a:lvl6pPr>
            <a:lvl7pPr lvl="6" algn="ctr">
              <a:spcBef>
                <a:spcPts val="0"/>
              </a:spcBef>
              <a:spcAft>
                <a:spcPts val="0"/>
              </a:spcAft>
              <a:buSzPts val="1200"/>
              <a:buNone/>
              <a:defRPr/>
            </a:lvl7pPr>
            <a:lvl8pPr lvl="7" algn="ctr">
              <a:spcBef>
                <a:spcPts val="0"/>
              </a:spcBef>
              <a:spcAft>
                <a:spcPts val="0"/>
              </a:spcAft>
              <a:buSzPts val="1200"/>
              <a:buNone/>
              <a:defRPr/>
            </a:lvl8pPr>
            <a:lvl9pPr lvl="8" algn="ctr">
              <a:spcBef>
                <a:spcPts val="0"/>
              </a:spcBef>
              <a:spcAft>
                <a:spcPts val="0"/>
              </a:spcAft>
              <a:buSzPts val="1200"/>
              <a:buNone/>
              <a:defRPr/>
            </a:lvl9pPr>
          </a:lstStyle>
          <a:p/>
        </p:txBody>
      </p:sp>
      <p:pic>
        <p:nvPicPr>
          <p:cNvPr id="362" name="Google Shape;362;p44" title="logo_logomark-9.png"/>
          <p:cNvPicPr preferRelativeResize="0"/>
          <p:nvPr/>
        </p:nvPicPr>
        <p:blipFill>
          <a:blip r:embed="rId3">
            <a:alphaModFix/>
          </a:blip>
          <a:stretch>
            <a:fillRect/>
          </a:stretch>
        </p:blipFill>
        <p:spPr>
          <a:xfrm>
            <a:off x="457199" y="4837175"/>
            <a:ext cx="197509" cy="164592"/>
          </a:xfrm>
          <a:prstGeom prst="rect">
            <a:avLst/>
          </a:prstGeom>
          <a:noFill/>
          <a:ln>
            <a:noFill/>
          </a:ln>
        </p:spPr>
      </p:pic>
      <p:sp>
        <p:nvSpPr>
          <p:cNvPr id="363" name="Google Shape;363;p44"/>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364" name="Google Shape;364;p44"/>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ple Stat Blocks - Light">
  <p:cSld name="BIG_NUMBER_1_1_1">
    <p:bg>
      <p:bgPr>
        <a:blipFill>
          <a:blip r:embed="rId2">
            <a:alphaModFix/>
          </a:blip>
          <a:stretch>
            <a:fillRect/>
          </a:stretch>
        </a:blipFill>
      </p:bgPr>
    </p:bg>
    <p:spTree>
      <p:nvGrpSpPr>
        <p:cNvPr id="382" name="Shape 382"/>
        <p:cNvGrpSpPr/>
        <p:nvPr/>
      </p:nvGrpSpPr>
      <p:grpSpPr>
        <a:xfrm>
          <a:off x="0" y="0"/>
          <a:ext cx="0" cy="0"/>
          <a:chOff x="0" y="0"/>
          <a:chExt cx="0" cy="0"/>
        </a:xfrm>
      </p:grpSpPr>
      <p:sp>
        <p:nvSpPr>
          <p:cNvPr id="383" name="Google Shape;383;p46"/>
          <p:cNvSpPr/>
          <p:nvPr/>
        </p:nvSpPr>
        <p:spPr>
          <a:xfrm>
            <a:off x="4654300" y="1308000"/>
            <a:ext cx="4032600" cy="1386900"/>
          </a:xfrm>
          <a:prstGeom prst="roundRect">
            <a:avLst>
              <a:gd fmla="val 3364" name="adj"/>
            </a:avLst>
          </a:prstGeom>
          <a:solidFill>
            <a:srgbClr val="A78BFA">
              <a:alpha val="20000"/>
            </a:srgbClr>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384" name="Google Shape;384;p46"/>
          <p:cNvSpPr/>
          <p:nvPr/>
        </p:nvSpPr>
        <p:spPr>
          <a:xfrm>
            <a:off x="4654300" y="2847300"/>
            <a:ext cx="4032600" cy="1386900"/>
          </a:xfrm>
          <a:prstGeom prst="roundRect">
            <a:avLst>
              <a:gd fmla="val 3364" name="adj"/>
            </a:avLst>
          </a:prstGeom>
          <a:solidFill>
            <a:srgbClr val="A78BFA">
              <a:alpha val="20000"/>
            </a:srgbClr>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385" name="Google Shape;385;p46"/>
          <p:cNvSpPr/>
          <p:nvPr/>
        </p:nvSpPr>
        <p:spPr>
          <a:xfrm>
            <a:off x="457200" y="2847300"/>
            <a:ext cx="4032600" cy="1386900"/>
          </a:xfrm>
          <a:prstGeom prst="roundRect">
            <a:avLst>
              <a:gd fmla="val 3364" name="adj"/>
            </a:avLst>
          </a:prstGeom>
          <a:solidFill>
            <a:srgbClr val="A78BFA">
              <a:alpha val="20000"/>
            </a:srgbClr>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pic>
        <p:nvPicPr>
          <p:cNvPr id="386" name="Google Shape;386;p46" title="logo_logomark-9.png"/>
          <p:cNvPicPr preferRelativeResize="0"/>
          <p:nvPr/>
        </p:nvPicPr>
        <p:blipFill>
          <a:blip r:embed="rId3">
            <a:alphaModFix/>
          </a:blip>
          <a:stretch>
            <a:fillRect/>
          </a:stretch>
        </p:blipFill>
        <p:spPr>
          <a:xfrm>
            <a:off x="457199" y="4837175"/>
            <a:ext cx="197509" cy="164592"/>
          </a:xfrm>
          <a:prstGeom prst="rect">
            <a:avLst/>
          </a:prstGeom>
          <a:noFill/>
          <a:ln>
            <a:noFill/>
          </a:ln>
        </p:spPr>
      </p:pic>
      <p:sp>
        <p:nvSpPr>
          <p:cNvPr id="387" name="Google Shape;387;p46"/>
          <p:cNvSpPr/>
          <p:nvPr/>
        </p:nvSpPr>
        <p:spPr>
          <a:xfrm>
            <a:off x="457200" y="1308000"/>
            <a:ext cx="4032600" cy="1386900"/>
          </a:xfrm>
          <a:prstGeom prst="roundRect">
            <a:avLst>
              <a:gd fmla="val 3364" name="adj"/>
            </a:avLst>
          </a:prstGeom>
          <a:solidFill>
            <a:srgbClr val="A78BFA">
              <a:alpha val="20000"/>
            </a:srgbClr>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388" name="Google Shape;388;p46"/>
          <p:cNvSpPr txBox="1"/>
          <p:nvPr>
            <p:ph type="title"/>
          </p:nvPr>
        </p:nvSpPr>
        <p:spPr>
          <a:xfrm>
            <a:off x="457200" y="457200"/>
            <a:ext cx="8229600" cy="3936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389" name="Google Shape;389;p46"/>
          <p:cNvSpPr txBox="1"/>
          <p:nvPr>
            <p:ph idx="1" type="subTitle"/>
          </p:nvPr>
        </p:nvSpPr>
        <p:spPr>
          <a:xfrm>
            <a:off x="457200" y="2146200"/>
            <a:ext cx="4032600" cy="548700"/>
          </a:xfrm>
          <a:prstGeom prst="rect">
            <a:avLst/>
          </a:prstGeom>
        </p:spPr>
        <p:txBody>
          <a:bodyPr anchorCtr="0" anchor="t" bIns="182875" lIns="182875" spcFirstLastPara="1" rIns="182875" wrap="square" tIns="0">
            <a:normAutofit/>
          </a:bodyPr>
          <a:lstStyle>
            <a:lvl1pPr lvl="0">
              <a:spcBef>
                <a:spcPts val="0"/>
              </a:spcBef>
              <a:spcAft>
                <a:spcPts val="0"/>
              </a:spcAft>
              <a:buClr>
                <a:schemeClr val="lt1"/>
              </a:buClr>
              <a:buSzPts val="1000"/>
              <a:buNone/>
              <a:defRPr sz="1000">
                <a:solidFill>
                  <a:schemeClr val="lt1"/>
                </a:solidFill>
              </a:defRPr>
            </a:lvl1pPr>
            <a:lvl2pPr lvl="1">
              <a:spcBef>
                <a:spcPts val="0"/>
              </a:spcBef>
              <a:spcAft>
                <a:spcPts val="0"/>
              </a:spcAft>
              <a:buClr>
                <a:schemeClr val="lt1"/>
              </a:buClr>
              <a:buSzPts val="1200"/>
              <a:buNone/>
              <a:defRPr>
                <a:solidFill>
                  <a:schemeClr val="lt1"/>
                </a:solidFill>
              </a:defRPr>
            </a:lvl2pPr>
            <a:lvl3pPr lvl="2">
              <a:spcBef>
                <a:spcPts val="0"/>
              </a:spcBef>
              <a:spcAft>
                <a:spcPts val="0"/>
              </a:spcAft>
              <a:buClr>
                <a:schemeClr val="lt1"/>
              </a:buClr>
              <a:buSzPts val="1200"/>
              <a:buNone/>
              <a:defRPr>
                <a:solidFill>
                  <a:schemeClr val="lt1"/>
                </a:solidFill>
              </a:defRPr>
            </a:lvl3pPr>
            <a:lvl4pPr lvl="3">
              <a:spcBef>
                <a:spcPts val="0"/>
              </a:spcBef>
              <a:spcAft>
                <a:spcPts val="0"/>
              </a:spcAft>
              <a:buClr>
                <a:schemeClr val="lt1"/>
              </a:buClr>
              <a:buSzPts val="1200"/>
              <a:buNone/>
              <a:defRPr>
                <a:solidFill>
                  <a:schemeClr val="lt1"/>
                </a:solidFill>
              </a:defRPr>
            </a:lvl4pPr>
            <a:lvl5pPr lvl="4">
              <a:spcBef>
                <a:spcPts val="0"/>
              </a:spcBef>
              <a:spcAft>
                <a:spcPts val="0"/>
              </a:spcAft>
              <a:buClr>
                <a:schemeClr val="lt1"/>
              </a:buClr>
              <a:buSzPts val="1200"/>
              <a:buNone/>
              <a:defRPr>
                <a:solidFill>
                  <a:schemeClr val="lt1"/>
                </a:solidFill>
              </a:defRPr>
            </a:lvl5pPr>
            <a:lvl6pPr lvl="5">
              <a:spcBef>
                <a:spcPts val="0"/>
              </a:spcBef>
              <a:spcAft>
                <a:spcPts val="0"/>
              </a:spcAft>
              <a:buClr>
                <a:schemeClr val="lt1"/>
              </a:buClr>
              <a:buSzPts val="1200"/>
              <a:buNone/>
              <a:defRPr>
                <a:solidFill>
                  <a:schemeClr val="lt1"/>
                </a:solidFill>
              </a:defRPr>
            </a:lvl6pPr>
            <a:lvl7pPr lvl="6">
              <a:spcBef>
                <a:spcPts val="0"/>
              </a:spcBef>
              <a:spcAft>
                <a:spcPts val="0"/>
              </a:spcAft>
              <a:buClr>
                <a:schemeClr val="lt1"/>
              </a:buClr>
              <a:buSzPts val="1200"/>
              <a:buNone/>
              <a:defRPr>
                <a:solidFill>
                  <a:schemeClr val="lt1"/>
                </a:solidFill>
              </a:defRPr>
            </a:lvl7pPr>
            <a:lvl8pPr lvl="7">
              <a:spcBef>
                <a:spcPts val="0"/>
              </a:spcBef>
              <a:spcAft>
                <a:spcPts val="0"/>
              </a:spcAft>
              <a:buClr>
                <a:schemeClr val="lt1"/>
              </a:buClr>
              <a:buSzPts val="1200"/>
              <a:buNone/>
              <a:defRPr>
                <a:solidFill>
                  <a:schemeClr val="lt1"/>
                </a:solidFill>
              </a:defRPr>
            </a:lvl8pPr>
            <a:lvl9pPr lvl="8">
              <a:spcBef>
                <a:spcPts val="0"/>
              </a:spcBef>
              <a:spcAft>
                <a:spcPts val="0"/>
              </a:spcAft>
              <a:buClr>
                <a:schemeClr val="lt1"/>
              </a:buClr>
              <a:buSzPts val="1200"/>
              <a:buNone/>
              <a:defRPr>
                <a:solidFill>
                  <a:schemeClr val="lt1"/>
                </a:solidFill>
              </a:defRPr>
            </a:lvl9pPr>
          </a:lstStyle>
          <a:p/>
        </p:txBody>
      </p:sp>
      <p:sp>
        <p:nvSpPr>
          <p:cNvPr id="390" name="Google Shape;390;p46"/>
          <p:cNvSpPr txBox="1"/>
          <p:nvPr>
            <p:ph hasCustomPrompt="1" idx="2" type="title"/>
          </p:nvPr>
        </p:nvSpPr>
        <p:spPr>
          <a:xfrm>
            <a:off x="457200" y="1308000"/>
            <a:ext cx="4032600" cy="762000"/>
          </a:xfrm>
          <a:prstGeom prst="rect">
            <a:avLst/>
          </a:prstGeom>
        </p:spPr>
        <p:txBody>
          <a:bodyPr anchorCtr="0" anchor="b" bIns="0" lIns="182875" spcFirstLastPara="1" rIns="182875" wrap="square" tIns="0">
            <a:normAutofit/>
          </a:bodyPr>
          <a:lstStyle>
            <a:lvl1pPr lvl="0">
              <a:spcBef>
                <a:spcPts val="0"/>
              </a:spcBef>
              <a:spcAft>
                <a:spcPts val="0"/>
              </a:spcAft>
              <a:buClr>
                <a:schemeClr val="dk2"/>
              </a:buClr>
              <a:buSzPts val="4000"/>
              <a:buNone/>
              <a:defRPr sz="4000">
                <a:solidFill>
                  <a:schemeClr val="dk2"/>
                </a:solidFill>
              </a:defRPr>
            </a:lvl1pPr>
            <a:lvl2pPr lvl="1">
              <a:spcBef>
                <a:spcPts val="0"/>
              </a:spcBef>
              <a:spcAft>
                <a:spcPts val="0"/>
              </a:spcAft>
              <a:buClr>
                <a:schemeClr val="dk2"/>
              </a:buClr>
              <a:buSzPts val="12000"/>
              <a:buNone/>
              <a:defRPr sz="12000">
                <a:solidFill>
                  <a:schemeClr val="dk2"/>
                </a:solidFill>
              </a:defRPr>
            </a:lvl2pPr>
            <a:lvl3pPr lvl="2">
              <a:spcBef>
                <a:spcPts val="0"/>
              </a:spcBef>
              <a:spcAft>
                <a:spcPts val="0"/>
              </a:spcAft>
              <a:buClr>
                <a:schemeClr val="dk2"/>
              </a:buClr>
              <a:buSzPts val="12000"/>
              <a:buNone/>
              <a:defRPr sz="12000">
                <a:solidFill>
                  <a:schemeClr val="dk2"/>
                </a:solidFill>
              </a:defRPr>
            </a:lvl3pPr>
            <a:lvl4pPr lvl="3">
              <a:spcBef>
                <a:spcPts val="0"/>
              </a:spcBef>
              <a:spcAft>
                <a:spcPts val="0"/>
              </a:spcAft>
              <a:buClr>
                <a:schemeClr val="dk2"/>
              </a:buClr>
              <a:buSzPts val="12000"/>
              <a:buNone/>
              <a:defRPr sz="12000">
                <a:solidFill>
                  <a:schemeClr val="dk2"/>
                </a:solidFill>
              </a:defRPr>
            </a:lvl4pPr>
            <a:lvl5pPr lvl="4">
              <a:spcBef>
                <a:spcPts val="0"/>
              </a:spcBef>
              <a:spcAft>
                <a:spcPts val="0"/>
              </a:spcAft>
              <a:buClr>
                <a:schemeClr val="dk2"/>
              </a:buClr>
              <a:buSzPts val="12000"/>
              <a:buNone/>
              <a:defRPr sz="12000">
                <a:solidFill>
                  <a:schemeClr val="dk2"/>
                </a:solidFill>
              </a:defRPr>
            </a:lvl5pPr>
            <a:lvl6pPr lvl="5">
              <a:spcBef>
                <a:spcPts val="0"/>
              </a:spcBef>
              <a:spcAft>
                <a:spcPts val="0"/>
              </a:spcAft>
              <a:buClr>
                <a:schemeClr val="dk2"/>
              </a:buClr>
              <a:buSzPts val="12000"/>
              <a:buNone/>
              <a:defRPr sz="12000">
                <a:solidFill>
                  <a:schemeClr val="dk2"/>
                </a:solidFill>
              </a:defRPr>
            </a:lvl6pPr>
            <a:lvl7pPr lvl="6">
              <a:spcBef>
                <a:spcPts val="0"/>
              </a:spcBef>
              <a:spcAft>
                <a:spcPts val="0"/>
              </a:spcAft>
              <a:buClr>
                <a:schemeClr val="dk2"/>
              </a:buClr>
              <a:buSzPts val="12000"/>
              <a:buNone/>
              <a:defRPr sz="12000">
                <a:solidFill>
                  <a:schemeClr val="dk2"/>
                </a:solidFill>
              </a:defRPr>
            </a:lvl7pPr>
            <a:lvl8pPr lvl="7">
              <a:spcBef>
                <a:spcPts val="0"/>
              </a:spcBef>
              <a:spcAft>
                <a:spcPts val="0"/>
              </a:spcAft>
              <a:buClr>
                <a:schemeClr val="dk2"/>
              </a:buClr>
              <a:buSzPts val="12000"/>
              <a:buNone/>
              <a:defRPr sz="12000">
                <a:solidFill>
                  <a:schemeClr val="dk2"/>
                </a:solidFill>
              </a:defRPr>
            </a:lvl8pPr>
            <a:lvl9pPr lvl="8">
              <a:spcBef>
                <a:spcPts val="0"/>
              </a:spcBef>
              <a:spcAft>
                <a:spcPts val="0"/>
              </a:spcAft>
              <a:buClr>
                <a:schemeClr val="dk2"/>
              </a:buClr>
              <a:buSzPts val="12000"/>
              <a:buNone/>
              <a:defRPr sz="12000">
                <a:solidFill>
                  <a:schemeClr val="dk2"/>
                </a:solidFill>
              </a:defRPr>
            </a:lvl9pPr>
          </a:lstStyle>
          <a:p>
            <a:r>
              <a:t>xx%</a:t>
            </a:r>
          </a:p>
        </p:txBody>
      </p:sp>
      <p:sp>
        <p:nvSpPr>
          <p:cNvPr id="391" name="Google Shape;391;p46"/>
          <p:cNvSpPr txBox="1"/>
          <p:nvPr>
            <p:ph idx="3" type="subTitle"/>
          </p:nvPr>
        </p:nvSpPr>
        <p:spPr>
          <a:xfrm>
            <a:off x="457200" y="3685500"/>
            <a:ext cx="4032600" cy="548700"/>
          </a:xfrm>
          <a:prstGeom prst="rect">
            <a:avLst/>
          </a:prstGeom>
        </p:spPr>
        <p:txBody>
          <a:bodyPr anchorCtr="0" anchor="t" bIns="182875" lIns="182875" spcFirstLastPara="1" rIns="182875" wrap="square" tIns="0">
            <a:normAutofit/>
          </a:bodyPr>
          <a:lstStyle>
            <a:lvl1pPr lvl="0">
              <a:spcBef>
                <a:spcPts val="0"/>
              </a:spcBef>
              <a:spcAft>
                <a:spcPts val="0"/>
              </a:spcAft>
              <a:buClr>
                <a:schemeClr val="lt1"/>
              </a:buClr>
              <a:buSzPts val="1000"/>
              <a:buNone/>
              <a:defRPr sz="1000">
                <a:solidFill>
                  <a:schemeClr val="lt1"/>
                </a:solidFill>
              </a:defRPr>
            </a:lvl1pPr>
            <a:lvl2pPr lvl="1">
              <a:spcBef>
                <a:spcPts val="0"/>
              </a:spcBef>
              <a:spcAft>
                <a:spcPts val="0"/>
              </a:spcAft>
              <a:buClr>
                <a:schemeClr val="lt1"/>
              </a:buClr>
              <a:buSzPts val="1200"/>
              <a:buNone/>
              <a:defRPr>
                <a:solidFill>
                  <a:schemeClr val="lt1"/>
                </a:solidFill>
              </a:defRPr>
            </a:lvl2pPr>
            <a:lvl3pPr lvl="2">
              <a:spcBef>
                <a:spcPts val="0"/>
              </a:spcBef>
              <a:spcAft>
                <a:spcPts val="0"/>
              </a:spcAft>
              <a:buClr>
                <a:schemeClr val="lt1"/>
              </a:buClr>
              <a:buSzPts val="1200"/>
              <a:buNone/>
              <a:defRPr>
                <a:solidFill>
                  <a:schemeClr val="lt1"/>
                </a:solidFill>
              </a:defRPr>
            </a:lvl3pPr>
            <a:lvl4pPr lvl="3">
              <a:spcBef>
                <a:spcPts val="0"/>
              </a:spcBef>
              <a:spcAft>
                <a:spcPts val="0"/>
              </a:spcAft>
              <a:buClr>
                <a:schemeClr val="lt1"/>
              </a:buClr>
              <a:buSzPts val="1200"/>
              <a:buNone/>
              <a:defRPr>
                <a:solidFill>
                  <a:schemeClr val="lt1"/>
                </a:solidFill>
              </a:defRPr>
            </a:lvl4pPr>
            <a:lvl5pPr lvl="4">
              <a:spcBef>
                <a:spcPts val="0"/>
              </a:spcBef>
              <a:spcAft>
                <a:spcPts val="0"/>
              </a:spcAft>
              <a:buClr>
                <a:schemeClr val="lt1"/>
              </a:buClr>
              <a:buSzPts val="1200"/>
              <a:buNone/>
              <a:defRPr>
                <a:solidFill>
                  <a:schemeClr val="lt1"/>
                </a:solidFill>
              </a:defRPr>
            </a:lvl5pPr>
            <a:lvl6pPr lvl="5">
              <a:spcBef>
                <a:spcPts val="0"/>
              </a:spcBef>
              <a:spcAft>
                <a:spcPts val="0"/>
              </a:spcAft>
              <a:buClr>
                <a:schemeClr val="lt1"/>
              </a:buClr>
              <a:buSzPts val="1200"/>
              <a:buNone/>
              <a:defRPr>
                <a:solidFill>
                  <a:schemeClr val="lt1"/>
                </a:solidFill>
              </a:defRPr>
            </a:lvl6pPr>
            <a:lvl7pPr lvl="6">
              <a:spcBef>
                <a:spcPts val="0"/>
              </a:spcBef>
              <a:spcAft>
                <a:spcPts val="0"/>
              </a:spcAft>
              <a:buClr>
                <a:schemeClr val="lt1"/>
              </a:buClr>
              <a:buSzPts val="1200"/>
              <a:buNone/>
              <a:defRPr>
                <a:solidFill>
                  <a:schemeClr val="lt1"/>
                </a:solidFill>
              </a:defRPr>
            </a:lvl7pPr>
            <a:lvl8pPr lvl="7">
              <a:spcBef>
                <a:spcPts val="0"/>
              </a:spcBef>
              <a:spcAft>
                <a:spcPts val="0"/>
              </a:spcAft>
              <a:buClr>
                <a:schemeClr val="lt1"/>
              </a:buClr>
              <a:buSzPts val="1200"/>
              <a:buNone/>
              <a:defRPr>
                <a:solidFill>
                  <a:schemeClr val="lt1"/>
                </a:solidFill>
              </a:defRPr>
            </a:lvl8pPr>
            <a:lvl9pPr lvl="8">
              <a:spcBef>
                <a:spcPts val="0"/>
              </a:spcBef>
              <a:spcAft>
                <a:spcPts val="0"/>
              </a:spcAft>
              <a:buClr>
                <a:schemeClr val="lt1"/>
              </a:buClr>
              <a:buSzPts val="1200"/>
              <a:buNone/>
              <a:defRPr>
                <a:solidFill>
                  <a:schemeClr val="lt1"/>
                </a:solidFill>
              </a:defRPr>
            </a:lvl9pPr>
          </a:lstStyle>
          <a:p/>
        </p:txBody>
      </p:sp>
      <p:sp>
        <p:nvSpPr>
          <p:cNvPr id="392" name="Google Shape;392;p46"/>
          <p:cNvSpPr txBox="1"/>
          <p:nvPr>
            <p:ph hasCustomPrompt="1" idx="4" type="title"/>
          </p:nvPr>
        </p:nvSpPr>
        <p:spPr>
          <a:xfrm>
            <a:off x="457200" y="2847300"/>
            <a:ext cx="4032600" cy="762000"/>
          </a:xfrm>
          <a:prstGeom prst="rect">
            <a:avLst/>
          </a:prstGeom>
        </p:spPr>
        <p:txBody>
          <a:bodyPr anchorCtr="0" anchor="b" bIns="0" lIns="182875" spcFirstLastPara="1" rIns="182875" wrap="square" tIns="0">
            <a:normAutofit/>
          </a:bodyPr>
          <a:lstStyle>
            <a:lvl1pPr lvl="0">
              <a:spcBef>
                <a:spcPts val="0"/>
              </a:spcBef>
              <a:spcAft>
                <a:spcPts val="0"/>
              </a:spcAft>
              <a:buClr>
                <a:schemeClr val="dk2"/>
              </a:buClr>
              <a:buSzPts val="4000"/>
              <a:buNone/>
              <a:defRPr sz="4000">
                <a:solidFill>
                  <a:schemeClr val="dk2"/>
                </a:solidFill>
              </a:defRPr>
            </a:lvl1pPr>
            <a:lvl2pPr lvl="1">
              <a:spcBef>
                <a:spcPts val="0"/>
              </a:spcBef>
              <a:spcAft>
                <a:spcPts val="0"/>
              </a:spcAft>
              <a:buClr>
                <a:schemeClr val="dk2"/>
              </a:buClr>
              <a:buSzPts val="12000"/>
              <a:buNone/>
              <a:defRPr sz="12000">
                <a:solidFill>
                  <a:schemeClr val="dk2"/>
                </a:solidFill>
              </a:defRPr>
            </a:lvl2pPr>
            <a:lvl3pPr lvl="2">
              <a:spcBef>
                <a:spcPts val="0"/>
              </a:spcBef>
              <a:spcAft>
                <a:spcPts val="0"/>
              </a:spcAft>
              <a:buClr>
                <a:schemeClr val="dk2"/>
              </a:buClr>
              <a:buSzPts val="12000"/>
              <a:buNone/>
              <a:defRPr sz="12000">
                <a:solidFill>
                  <a:schemeClr val="dk2"/>
                </a:solidFill>
              </a:defRPr>
            </a:lvl3pPr>
            <a:lvl4pPr lvl="3">
              <a:spcBef>
                <a:spcPts val="0"/>
              </a:spcBef>
              <a:spcAft>
                <a:spcPts val="0"/>
              </a:spcAft>
              <a:buClr>
                <a:schemeClr val="dk2"/>
              </a:buClr>
              <a:buSzPts val="12000"/>
              <a:buNone/>
              <a:defRPr sz="12000">
                <a:solidFill>
                  <a:schemeClr val="dk2"/>
                </a:solidFill>
              </a:defRPr>
            </a:lvl4pPr>
            <a:lvl5pPr lvl="4">
              <a:spcBef>
                <a:spcPts val="0"/>
              </a:spcBef>
              <a:spcAft>
                <a:spcPts val="0"/>
              </a:spcAft>
              <a:buClr>
                <a:schemeClr val="dk2"/>
              </a:buClr>
              <a:buSzPts val="12000"/>
              <a:buNone/>
              <a:defRPr sz="12000">
                <a:solidFill>
                  <a:schemeClr val="dk2"/>
                </a:solidFill>
              </a:defRPr>
            </a:lvl5pPr>
            <a:lvl6pPr lvl="5">
              <a:spcBef>
                <a:spcPts val="0"/>
              </a:spcBef>
              <a:spcAft>
                <a:spcPts val="0"/>
              </a:spcAft>
              <a:buClr>
                <a:schemeClr val="dk2"/>
              </a:buClr>
              <a:buSzPts val="12000"/>
              <a:buNone/>
              <a:defRPr sz="12000">
                <a:solidFill>
                  <a:schemeClr val="dk2"/>
                </a:solidFill>
              </a:defRPr>
            </a:lvl6pPr>
            <a:lvl7pPr lvl="6">
              <a:spcBef>
                <a:spcPts val="0"/>
              </a:spcBef>
              <a:spcAft>
                <a:spcPts val="0"/>
              </a:spcAft>
              <a:buClr>
                <a:schemeClr val="dk2"/>
              </a:buClr>
              <a:buSzPts val="12000"/>
              <a:buNone/>
              <a:defRPr sz="12000">
                <a:solidFill>
                  <a:schemeClr val="dk2"/>
                </a:solidFill>
              </a:defRPr>
            </a:lvl7pPr>
            <a:lvl8pPr lvl="7">
              <a:spcBef>
                <a:spcPts val="0"/>
              </a:spcBef>
              <a:spcAft>
                <a:spcPts val="0"/>
              </a:spcAft>
              <a:buClr>
                <a:schemeClr val="dk2"/>
              </a:buClr>
              <a:buSzPts val="12000"/>
              <a:buNone/>
              <a:defRPr sz="12000">
                <a:solidFill>
                  <a:schemeClr val="dk2"/>
                </a:solidFill>
              </a:defRPr>
            </a:lvl8pPr>
            <a:lvl9pPr lvl="8">
              <a:spcBef>
                <a:spcPts val="0"/>
              </a:spcBef>
              <a:spcAft>
                <a:spcPts val="0"/>
              </a:spcAft>
              <a:buClr>
                <a:schemeClr val="dk2"/>
              </a:buClr>
              <a:buSzPts val="12000"/>
              <a:buNone/>
              <a:defRPr sz="12000">
                <a:solidFill>
                  <a:schemeClr val="dk2"/>
                </a:solidFill>
              </a:defRPr>
            </a:lvl9pPr>
          </a:lstStyle>
          <a:p>
            <a:r>
              <a:t>xx%</a:t>
            </a:r>
          </a:p>
        </p:txBody>
      </p:sp>
      <p:sp>
        <p:nvSpPr>
          <p:cNvPr id="393" name="Google Shape;393;p46"/>
          <p:cNvSpPr txBox="1"/>
          <p:nvPr>
            <p:ph idx="5" type="subTitle"/>
          </p:nvPr>
        </p:nvSpPr>
        <p:spPr>
          <a:xfrm>
            <a:off x="4654200" y="2146200"/>
            <a:ext cx="4032600" cy="548700"/>
          </a:xfrm>
          <a:prstGeom prst="rect">
            <a:avLst/>
          </a:prstGeom>
        </p:spPr>
        <p:txBody>
          <a:bodyPr anchorCtr="0" anchor="t" bIns="182875" lIns="182875" spcFirstLastPara="1" rIns="182875" wrap="square" tIns="0">
            <a:normAutofit/>
          </a:bodyPr>
          <a:lstStyle>
            <a:lvl1pPr lvl="0">
              <a:spcBef>
                <a:spcPts val="0"/>
              </a:spcBef>
              <a:spcAft>
                <a:spcPts val="0"/>
              </a:spcAft>
              <a:buClr>
                <a:schemeClr val="lt1"/>
              </a:buClr>
              <a:buSzPts val="1000"/>
              <a:buNone/>
              <a:defRPr sz="1000">
                <a:solidFill>
                  <a:schemeClr val="lt1"/>
                </a:solidFill>
              </a:defRPr>
            </a:lvl1pPr>
            <a:lvl2pPr lvl="1">
              <a:spcBef>
                <a:spcPts val="0"/>
              </a:spcBef>
              <a:spcAft>
                <a:spcPts val="0"/>
              </a:spcAft>
              <a:buClr>
                <a:schemeClr val="lt1"/>
              </a:buClr>
              <a:buSzPts val="1200"/>
              <a:buNone/>
              <a:defRPr>
                <a:solidFill>
                  <a:schemeClr val="lt1"/>
                </a:solidFill>
              </a:defRPr>
            </a:lvl2pPr>
            <a:lvl3pPr lvl="2">
              <a:spcBef>
                <a:spcPts val="0"/>
              </a:spcBef>
              <a:spcAft>
                <a:spcPts val="0"/>
              </a:spcAft>
              <a:buClr>
                <a:schemeClr val="lt1"/>
              </a:buClr>
              <a:buSzPts val="1200"/>
              <a:buNone/>
              <a:defRPr>
                <a:solidFill>
                  <a:schemeClr val="lt1"/>
                </a:solidFill>
              </a:defRPr>
            </a:lvl3pPr>
            <a:lvl4pPr lvl="3">
              <a:spcBef>
                <a:spcPts val="0"/>
              </a:spcBef>
              <a:spcAft>
                <a:spcPts val="0"/>
              </a:spcAft>
              <a:buClr>
                <a:schemeClr val="lt1"/>
              </a:buClr>
              <a:buSzPts val="1200"/>
              <a:buNone/>
              <a:defRPr>
                <a:solidFill>
                  <a:schemeClr val="lt1"/>
                </a:solidFill>
              </a:defRPr>
            </a:lvl4pPr>
            <a:lvl5pPr lvl="4">
              <a:spcBef>
                <a:spcPts val="0"/>
              </a:spcBef>
              <a:spcAft>
                <a:spcPts val="0"/>
              </a:spcAft>
              <a:buClr>
                <a:schemeClr val="lt1"/>
              </a:buClr>
              <a:buSzPts val="1200"/>
              <a:buNone/>
              <a:defRPr>
                <a:solidFill>
                  <a:schemeClr val="lt1"/>
                </a:solidFill>
              </a:defRPr>
            </a:lvl5pPr>
            <a:lvl6pPr lvl="5">
              <a:spcBef>
                <a:spcPts val="0"/>
              </a:spcBef>
              <a:spcAft>
                <a:spcPts val="0"/>
              </a:spcAft>
              <a:buClr>
                <a:schemeClr val="lt1"/>
              </a:buClr>
              <a:buSzPts val="1200"/>
              <a:buNone/>
              <a:defRPr>
                <a:solidFill>
                  <a:schemeClr val="lt1"/>
                </a:solidFill>
              </a:defRPr>
            </a:lvl6pPr>
            <a:lvl7pPr lvl="6">
              <a:spcBef>
                <a:spcPts val="0"/>
              </a:spcBef>
              <a:spcAft>
                <a:spcPts val="0"/>
              </a:spcAft>
              <a:buClr>
                <a:schemeClr val="lt1"/>
              </a:buClr>
              <a:buSzPts val="1200"/>
              <a:buNone/>
              <a:defRPr>
                <a:solidFill>
                  <a:schemeClr val="lt1"/>
                </a:solidFill>
              </a:defRPr>
            </a:lvl7pPr>
            <a:lvl8pPr lvl="7">
              <a:spcBef>
                <a:spcPts val="0"/>
              </a:spcBef>
              <a:spcAft>
                <a:spcPts val="0"/>
              </a:spcAft>
              <a:buClr>
                <a:schemeClr val="lt1"/>
              </a:buClr>
              <a:buSzPts val="1200"/>
              <a:buNone/>
              <a:defRPr>
                <a:solidFill>
                  <a:schemeClr val="lt1"/>
                </a:solidFill>
              </a:defRPr>
            </a:lvl8pPr>
            <a:lvl9pPr lvl="8">
              <a:spcBef>
                <a:spcPts val="0"/>
              </a:spcBef>
              <a:spcAft>
                <a:spcPts val="0"/>
              </a:spcAft>
              <a:buClr>
                <a:schemeClr val="lt1"/>
              </a:buClr>
              <a:buSzPts val="1200"/>
              <a:buNone/>
              <a:defRPr>
                <a:solidFill>
                  <a:schemeClr val="lt1"/>
                </a:solidFill>
              </a:defRPr>
            </a:lvl9pPr>
          </a:lstStyle>
          <a:p/>
        </p:txBody>
      </p:sp>
      <p:sp>
        <p:nvSpPr>
          <p:cNvPr id="394" name="Google Shape;394;p46"/>
          <p:cNvSpPr txBox="1"/>
          <p:nvPr>
            <p:ph hasCustomPrompt="1" idx="6" type="title"/>
          </p:nvPr>
        </p:nvSpPr>
        <p:spPr>
          <a:xfrm>
            <a:off x="4654200" y="1308000"/>
            <a:ext cx="4032600" cy="762000"/>
          </a:xfrm>
          <a:prstGeom prst="rect">
            <a:avLst/>
          </a:prstGeom>
        </p:spPr>
        <p:txBody>
          <a:bodyPr anchorCtr="0" anchor="b" bIns="0" lIns="182875" spcFirstLastPara="1" rIns="182875" wrap="square" tIns="0">
            <a:normAutofit/>
          </a:bodyPr>
          <a:lstStyle>
            <a:lvl1pPr lvl="0">
              <a:spcBef>
                <a:spcPts val="0"/>
              </a:spcBef>
              <a:spcAft>
                <a:spcPts val="0"/>
              </a:spcAft>
              <a:buClr>
                <a:schemeClr val="dk2"/>
              </a:buClr>
              <a:buSzPts val="4000"/>
              <a:buNone/>
              <a:defRPr sz="4000">
                <a:solidFill>
                  <a:schemeClr val="dk2"/>
                </a:solidFill>
              </a:defRPr>
            </a:lvl1pPr>
            <a:lvl2pPr lvl="1">
              <a:spcBef>
                <a:spcPts val="0"/>
              </a:spcBef>
              <a:spcAft>
                <a:spcPts val="0"/>
              </a:spcAft>
              <a:buClr>
                <a:schemeClr val="dk2"/>
              </a:buClr>
              <a:buSzPts val="12000"/>
              <a:buNone/>
              <a:defRPr sz="12000">
                <a:solidFill>
                  <a:schemeClr val="dk2"/>
                </a:solidFill>
              </a:defRPr>
            </a:lvl2pPr>
            <a:lvl3pPr lvl="2">
              <a:spcBef>
                <a:spcPts val="0"/>
              </a:spcBef>
              <a:spcAft>
                <a:spcPts val="0"/>
              </a:spcAft>
              <a:buClr>
                <a:schemeClr val="dk2"/>
              </a:buClr>
              <a:buSzPts val="12000"/>
              <a:buNone/>
              <a:defRPr sz="12000">
                <a:solidFill>
                  <a:schemeClr val="dk2"/>
                </a:solidFill>
              </a:defRPr>
            </a:lvl3pPr>
            <a:lvl4pPr lvl="3">
              <a:spcBef>
                <a:spcPts val="0"/>
              </a:spcBef>
              <a:spcAft>
                <a:spcPts val="0"/>
              </a:spcAft>
              <a:buClr>
                <a:schemeClr val="dk2"/>
              </a:buClr>
              <a:buSzPts val="12000"/>
              <a:buNone/>
              <a:defRPr sz="12000">
                <a:solidFill>
                  <a:schemeClr val="dk2"/>
                </a:solidFill>
              </a:defRPr>
            </a:lvl4pPr>
            <a:lvl5pPr lvl="4">
              <a:spcBef>
                <a:spcPts val="0"/>
              </a:spcBef>
              <a:spcAft>
                <a:spcPts val="0"/>
              </a:spcAft>
              <a:buClr>
                <a:schemeClr val="dk2"/>
              </a:buClr>
              <a:buSzPts val="12000"/>
              <a:buNone/>
              <a:defRPr sz="12000">
                <a:solidFill>
                  <a:schemeClr val="dk2"/>
                </a:solidFill>
              </a:defRPr>
            </a:lvl5pPr>
            <a:lvl6pPr lvl="5">
              <a:spcBef>
                <a:spcPts val="0"/>
              </a:spcBef>
              <a:spcAft>
                <a:spcPts val="0"/>
              </a:spcAft>
              <a:buClr>
                <a:schemeClr val="dk2"/>
              </a:buClr>
              <a:buSzPts val="12000"/>
              <a:buNone/>
              <a:defRPr sz="12000">
                <a:solidFill>
                  <a:schemeClr val="dk2"/>
                </a:solidFill>
              </a:defRPr>
            </a:lvl6pPr>
            <a:lvl7pPr lvl="6">
              <a:spcBef>
                <a:spcPts val="0"/>
              </a:spcBef>
              <a:spcAft>
                <a:spcPts val="0"/>
              </a:spcAft>
              <a:buClr>
                <a:schemeClr val="dk2"/>
              </a:buClr>
              <a:buSzPts val="12000"/>
              <a:buNone/>
              <a:defRPr sz="12000">
                <a:solidFill>
                  <a:schemeClr val="dk2"/>
                </a:solidFill>
              </a:defRPr>
            </a:lvl7pPr>
            <a:lvl8pPr lvl="7">
              <a:spcBef>
                <a:spcPts val="0"/>
              </a:spcBef>
              <a:spcAft>
                <a:spcPts val="0"/>
              </a:spcAft>
              <a:buClr>
                <a:schemeClr val="dk2"/>
              </a:buClr>
              <a:buSzPts val="12000"/>
              <a:buNone/>
              <a:defRPr sz="12000">
                <a:solidFill>
                  <a:schemeClr val="dk2"/>
                </a:solidFill>
              </a:defRPr>
            </a:lvl8pPr>
            <a:lvl9pPr lvl="8">
              <a:spcBef>
                <a:spcPts val="0"/>
              </a:spcBef>
              <a:spcAft>
                <a:spcPts val="0"/>
              </a:spcAft>
              <a:buClr>
                <a:schemeClr val="dk2"/>
              </a:buClr>
              <a:buSzPts val="12000"/>
              <a:buNone/>
              <a:defRPr sz="12000">
                <a:solidFill>
                  <a:schemeClr val="dk2"/>
                </a:solidFill>
              </a:defRPr>
            </a:lvl9pPr>
          </a:lstStyle>
          <a:p>
            <a:r>
              <a:t>xx%</a:t>
            </a:r>
          </a:p>
        </p:txBody>
      </p:sp>
      <p:sp>
        <p:nvSpPr>
          <p:cNvPr id="395" name="Google Shape;395;p46"/>
          <p:cNvSpPr txBox="1"/>
          <p:nvPr>
            <p:ph idx="7" type="subTitle"/>
          </p:nvPr>
        </p:nvSpPr>
        <p:spPr>
          <a:xfrm>
            <a:off x="4654200" y="3685500"/>
            <a:ext cx="4032600" cy="548700"/>
          </a:xfrm>
          <a:prstGeom prst="rect">
            <a:avLst/>
          </a:prstGeom>
        </p:spPr>
        <p:txBody>
          <a:bodyPr anchorCtr="0" anchor="t" bIns="182875" lIns="182875" spcFirstLastPara="1" rIns="182875" wrap="square" tIns="0">
            <a:normAutofit/>
          </a:bodyPr>
          <a:lstStyle>
            <a:lvl1pPr lvl="0">
              <a:spcBef>
                <a:spcPts val="0"/>
              </a:spcBef>
              <a:spcAft>
                <a:spcPts val="0"/>
              </a:spcAft>
              <a:buClr>
                <a:schemeClr val="lt1"/>
              </a:buClr>
              <a:buSzPts val="1000"/>
              <a:buNone/>
              <a:defRPr sz="1000">
                <a:solidFill>
                  <a:schemeClr val="lt1"/>
                </a:solidFill>
              </a:defRPr>
            </a:lvl1pPr>
            <a:lvl2pPr lvl="1">
              <a:spcBef>
                <a:spcPts val="0"/>
              </a:spcBef>
              <a:spcAft>
                <a:spcPts val="0"/>
              </a:spcAft>
              <a:buClr>
                <a:schemeClr val="lt1"/>
              </a:buClr>
              <a:buSzPts val="1200"/>
              <a:buNone/>
              <a:defRPr>
                <a:solidFill>
                  <a:schemeClr val="lt1"/>
                </a:solidFill>
              </a:defRPr>
            </a:lvl2pPr>
            <a:lvl3pPr lvl="2">
              <a:spcBef>
                <a:spcPts val="0"/>
              </a:spcBef>
              <a:spcAft>
                <a:spcPts val="0"/>
              </a:spcAft>
              <a:buClr>
                <a:schemeClr val="lt1"/>
              </a:buClr>
              <a:buSzPts val="1200"/>
              <a:buNone/>
              <a:defRPr>
                <a:solidFill>
                  <a:schemeClr val="lt1"/>
                </a:solidFill>
              </a:defRPr>
            </a:lvl3pPr>
            <a:lvl4pPr lvl="3">
              <a:spcBef>
                <a:spcPts val="0"/>
              </a:spcBef>
              <a:spcAft>
                <a:spcPts val="0"/>
              </a:spcAft>
              <a:buClr>
                <a:schemeClr val="lt1"/>
              </a:buClr>
              <a:buSzPts val="1200"/>
              <a:buNone/>
              <a:defRPr>
                <a:solidFill>
                  <a:schemeClr val="lt1"/>
                </a:solidFill>
              </a:defRPr>
            </a:lvl4pPr>
            <a:lvl5pPr lvl="4">
              <a:spcBef>
                <a:spcPts val="0"/>
              </a:spcBef>
              <a:spcAft>
                <a:spcPts val="0"/>
              </a:spcAft>
              <a:buClr>
                <a:schemeClr val="lt1"/>
              </a:buClr>
              <a:buSzPts val="1200"/>
              <a:buNone/>
              <a:defRPr>
                <a:solidFill>
                  <a:schemeClr val="lt1"/>
                </a:solidFill>
              </a:defRPr>
            </a:lvl5pPr>
            <a:lvl6pPr lvl="5">
              <a:spcBef>
                <a:spcPts val="0"/>
              </a:spcBef>
              <a:spcAft>
                <a:spcPts val="0"/>
              </a:spcAft>
              <a:buClr>
                <a:schemeClr val="lt1"/>
              </a:buClr>
              <a:buSzPts val="1200"/>
              <a:buNone/>
              <a:defRPr>
                <a:solidFill>
                  <a:schemeClr val="lt1"/>
                </a:solidFill>
              </a:defRPr>
            </a:lvl6pPr>
            <a:lvl7pPr lvl="6">
              <a:spcBef>
                <a:spcPts val="0"/>
              </a:spcBef>
              <a:spcAft>
                <a:spcPts val="0"/>
              </a:spcAft>
              <a:buClr>
                <a:schemeClr val="lt1"/>
              </a:buClr>
              <a:buSzPts val="1200"/>
              <a:buNone/>
              <a:defRPr>
                <a:solidFill>
                  <a:schemeClr val="lt1"/>
                </a:solidFill>
              </a:defRPr>
            </a:lvl7pPr>
            <a:lvl8pPr lvl="7">
              <a:spcBef>
                <a:spcPts val="0"/>
              </a:spcBef>
              <a:spcAft>
                <a:spcPts val="0"/>
              </a:spcAft>
              <a:buClr>
                <a:schemeClr val="lt1"/>
              </a:buClr>
              <a:buSzPts val="1200"/>
              <a:buNone/>
              <a:defRPr>
                <a:solidFill>
                  <a:schemeClr val="lt1"/>
                </a:solidFill>
              </a:defRPr>
            </a:lvl8pPr>
            <a:lvl9pPr lvl="8">
              <a:spcBef>
                <a:spcPts val="0"/>
              </a:spcBef>
              <a:spcAft>
                <a:spcPts val="0"/>
              </a:spcAft>
              <a:buClr>
                <a:schemeClr val="lt1"/>
              </a:buClr>
              <a:buSzPts val="1200"/>
              <a:buNone/>
              <a:defRPr>
                <a:solidFill>
                  <a:schemeClr val="lt1"/>
                </a:solidFill>
              </a:defRPr>
            </a:lvl9pPr>
          </a:lstStyle>
          <a:p/>
        </p:txBody>
      </p:sp>
      <p:sp>
        <p:nvSpPr>
          <p:cNvPr id="396" name="Google Shape;396;p46"/>
          <p:cNvSpPr txBox="1"/>
          <p:nvPr>
            <p:ph hasCustomPrompt="1" idx="8" type="title"/>
          </p:nvPr>
        </p:nvSpPr>
        <p:spPr>
          <a:xfrm>
            <a:off x="4654200" y="2847300"/>
            <a:ext cx="4032600" cy="762000"/>
          </a:xfrm>
          <a:prstGeom prst="rect">
            <a:avLst/>
          </a:prstGeom>
        </p:spPr>
        <p:txBody>
          <a:bodyPr anchorCtr="0" anchor="b" bIns="0" lIns="182875" spcFirstLastPara="1" rIns="182875" wrap="square" tIns="0">
            <a:normAutofit/>
          </a:bodyPr>
          <a:lstStyle>
            <a:lvl1pPr lvl="0">
              <a:spcBef>
                <a:spcPts val="0"/>
              </a:spcBef>
              <a:spcAft>
                <a:spcPts val="0"/>
              </a:spcAft>
              <a:buClr>
                <a:schemeClr val="dk2"/>
              </a:buClr>
              <a:buSzPts val="4000"/>
              <a:buNone/>
              <a:defRPr sz="4000">
                <a:solidFill>
                  <a:schemeClr val="dk2"/>
                </a:solidFill>
              </a:defRPr>
            </a:lvl1pPr>
            <a:lvl2pPr lvl="1">
              <a:spcBef>
                <a:spcPts val="0"/>
              </a:spcBef>
              <a:spcAft>
                <a:spcPts val="0"/>
              </a:spcAft>
              <a:buClr>
                <a:schemeClr val="dk2"/>
              </a:buClr>
              <a:buSzPts val="12000"/>
              <a:buNone/>
              <a:defRPr sz="12000">
                <a:solidFill>
                  <a:schemeClr val="dk2"/>
                </a:solidFill>
              </a:defRPr>
            </a:lvl2pPr>
            <a:lvl3pPr lvl="2">
              <a:spcBef>
                <a:spcPts val="0"/>
              </a:spcBef>
              <a:spcAft>
                <a:spcPts val="0"/>
              </a:spcAft>
              <a:buClr>
                <a:schemeClr val="dk2"/>
              </a:buClr>
              <a:buSzPts val="12000"/>
              <a:buNone/>
              <a:defRPr sz="12000">
                <a:solidFill>
                  <a:schemeClr val="dk2"/>
                </a:solidFill>
              </a:defRPr>
            </a:lvl3pPr>
            <a:lvl4pPr lvl="3">
              <a:spcBef>
                <a:spcPts val="0"/>
              </a:spcBef>
              <a:spcAft>
                <a:spcPts val="0"/>
              </a:spcAft>
              <a:buClr>
                <a:schemeClr val="dk2"/>
              </a:buClr>
              <a:buSzPts val="12000"/>
              <a:buNone/>
              <a:defRPr sz="12000">
                <a:solidFill>
                  <a:schemeClr val="dk2"/>
                </a:solidFill>
              </a:defRPr>
            </a:lvl4pPr>
            <a:lvl5pPr lvl="4">
              <a:spcBef>
                <a:spcPts val="0"/>
              </a:spcBef>
              <a:spcAft>
                <a:spcPts val="0"/>
              </a:spcAft>
              <a:buClr>
                <a:schemeClr val="dk2"/>
              </a:buClr>
              <a:buSzPts val="12000"/>
              <a:buNone/>
              <a:defRPr sz="12000">
                <a:solidFill>
                  <a:schemeClr val="dk2"/>
                </a:solidFill>
              </a:defRPr>
            </a:lvl5pPr>
            <a:lvl6pPr lvl="5">
              <a:spcBef>
                <a:spcPts val="0"/>
              </a:spcBef>
              <a:spcAft>
                <a:spcPts val="0"/>
              </a:spcAft>
              <a:buClr>
                <a:schemeClr val="dk2"/>
              </a:buClr>
              <a:buSzPts val="12000"/>
              <a:buNone/>
              <a:defRPr sz="12000">
                <a:solidFill>
                  <a:schemeClr val="dk2"/>
                </a:solidFill>
              </a:defRPr>
            </a:lvl6pPr>
            <a:lvl7pPr lvl="6">
              <a:spcBef>
                <a:spcPts val="0"/>
              </a:spcBef>
              <a:spcAft>
                <a:spcPts val="0"/>
              </a:spcAft>
              <a:buClr>
                <a:schemeClr val="dk2"/>
              </a:buClr>
              <a:buSzPts val="12000"/>
              <a:buNone/>
              <a:defRPr sz="12000">
                <a:solidFill>
                  <a:schemeClr val="dk2"/>
                </a:solidFill>
              </a:defRPr>
            </a:lvl7pPr>
            <a:lvl8pPr lvl="7">
              <a:spcBef>
                <a:spcPts val="0"/>
              </a:spcBef>
              <a:spcAft>
                <a:spcPts val="0"/>
              </a:spcAft>
              <a:buClr>
                <a:schemeClr val="dk2"/>
              </a:buClr>
              <a:buSzPts val="12000"/>
              <a:buNone/>
              <a:defRPr sz="12000">
                <a:solidFill>
                  <a:schemeClr val="dk2"/>
                </a:solidFill>
              </a:defRPr>
            </a:lvl8pPr>
            <a:lvl9pPr lvl="8">
              <a:spcBef>
                <a:spcPts val="0"/>
              </a:spcBef>
              <a:spcAft>
                <a:spcPts val="0"/>
              </a:spcAft>
              <a:buClr>
                <a:schemeClr val="dk2"/>
              </a:buClr>
              <a:buSzPts val="12000"/>
              <a:buNone/>
              <a:defRPr sz="12000">
                <a:solidFill>
                  <a:schemeClr val="dk2"/>
                </a:solidFill>
              </a:defRPr>
            </a:lvl9pPr>
          </a:lstStyle>
          <a:p>
            <a:r>
              <a:t>xx%</a:t>
            </a:r>
          </a:p>
        </p:txBody>
      </p:sp>
      <p:sp>
        <p:nvSpPr>
          <p:cNvPr id="397" name="Google Shape;397;p46"/>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398" name="Google Shape;398;p46"/>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1" type="blank">
  <p:cSld name="BLANK">
    <p:bg>
      <p:bgPr>
        <a:blipFill>
          <a:blip r:embed="rId2">
            <a:alphaModFix/>
          </a:blip>
          <a:stretch>
            <a:fillRect/>
          </a:stretch>
        </a:blipFill>
      </p:bgPr>
    </p:bg>
    <p:spTree>
      <p:nvGrpSpPr>
        <p:cNvPr id="444" name="Shape 444"/>
        <p:cNvGrpSpPr/>
        <p:nvPr/>
      </p:nvGrpSpPr>
      <p:grpSpPr>
        <a:xfrm>
          <a:off x="0" y="0"/>
          <a:ext cx="0" cy="0"/>
          <a:chOff x="0" y="0"/>
          <a:chExt cx="0" cy="0"/>
        </a:xfrm>
      </p:grpSpPr>
      <p:pic>
        <p:nvPicPr>
          <p:cNvPr id="445" name="Google Shape;445;p50" title="logo_logomark-9.png"/>
          <p:cNvPicPr preferRelativeResize="0"/>
          <p:nvPr/>
        </p:nvPicPr>
        <p:blipFill>
          <a:blip r:embed="rId3">
            <a:alphaModFix/>
          </a:blip>
          <a:stretch>
            <a:fillRect/>
          </a:stretch>
        </p:blipFill>
        <p:spPr>
          <a:xfrm>
            <a:off x="457199" y="4837175"/>
            <a:ext cx="197509" cy="164592"/>
          </a:xfrm>
          <a:prstGeom prst="rect">
            <a:avLst/>
          </a:prstGeom>
          <a:noFill/>
          <a:ln>
            <a:noFill/>
          </a:ln>
        </p:spPr>
      </p:pic>
      <p:sp>
        <p:nvSpPr>
          <p:cNvPr id="446" name="Google Shape;446;p50"/>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447" name="Google Shape;447;p50"/>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chemeClr val="lt2"/>
                </a:solidFill>
                <a:latin typeface="Inter"/>
                <a:ea typeface="Inter"/>
                <a:cs typeface="Inter"/>
                <a:sym typeface="Inter"/>
              </a:rPr>
              <a:t>Copyright © </a:t>
            </a:r>
            <a:r>
              <a:rPr lang="en" sz="600">
                <a:solidFill>
                  <a:schemeClr val="lt2"/>
                </a:solidFill>
                <a:latin typeface="Inter"/>
                <a:ea typeface="Inter"/>
                <a:cs typeface="Inter"/>
                <a:sym typeface="Inter"/>
              </a:rPr>
              <a:t>2026</a:t>
            </a:r>
            <a:r>
              <a:rPr lang="en" sz="600">
                <a:solidFill>
                  <a:schemeClr val="lt2"/>
                </a:solidFill>
                <a:latin typeface="Inter"/>
                <a:ea typeface="Inter"/>
                <a:cs typeface="Inter"/>
                <a:sym typeface="Inter"/>
              </a:rPr>
              <a:t> tycoworks. All Rights Reserved.</a:t>
            </a:r>
            <a:endParaRPr sz="600">
              <a:solidFill>
                <a:schemeClr val="lt2"/>
              </a:solidFill>
              <a:latin typeface="Inter"/>
              <a:ea typeface="Inter"/>
              <a:cs typeface="Inter"/>
              <a:sym typeface="Inter"/>
            </a:endParaRPr>
          </a:p>
        </p:txBody>
      </p:sp>
      <p:sp>
        <p:nvSpPr>
          <p:cNvPr id="448" name="Google Shape;448;p50"/>
          <p:cNvSpPr txBox="1"/>
          <p:nvPr>
            <p:ph idx="1" type="subTitle"/>
          </p:nvPr>
        </p:nvSpPr>
        <p:spPr>
          <a:xfrm>
            <a:off x="1856225" y="3255275"/>
            <a:ext cx="5431500" cy="1435500"/>
          </a:xfrm>
          <a:prstGeom prst="rect">
            <a:avLst/>
          </a:prstGeom>
        </p:spPr>
        <p:txBody>
          <a:bodyPr anchorCtr="0" anchor="t" bIns="0" lIns="0" spcFirstLastPara="1" rIns="0" wrap="square" tIns="0">
            <a:normAutofit/>
          </a:bodyPr>
          <a:lstStyle>
            <a:lvl1pPr lvl="0" algn="ctr">
              <a:spcBef>
                <a:spcPts val="0"/>
              </a:spcBef>
              <a:spcAft>
                <a:spcPts val="0"/>
              </a:spcAft>
              <a:buClr>
                <a:schemeClr val="lt2"/>
              </a:buClr>
              <a:buSzPts val="1400"/>
              <a:buNone/>
              <a:defRPr sz="1400">
                <a:solidFill>
                  <a:schemeClr val="lt2"/>
                </a:solidFill>
              </a:defRPr>
            </a:lvl1pPr>
            <a:lvl2pPr lvl="1" algn="ctr">
              <a:spcBef>
                <a:spcPts val="0"/>
              </a:spcBef>
              <a:spcAft>
                <a:spcPts val="0"/>
              </a:spcAft>
              <a:buClr>
                <a:schemeClr val="lt2"/>
              </a:buClr>
              <a:buSzPts val="1400"/>
              <a:buFont typeface="Inter SemiBold"/>
              <a:buNone/>
              <a:defRPr sz="1400">
                <a:solidFill>
                  <a:schemeClr val="lt2"/>
                </a:solidFill>
                <a:latin typeface="Inter SemiBold"/>
                <a:ea typeface="Inter SemiBold"/>
                <a:cs typeface="Inter SemiBold"/>
                <a:sym typeface="Inter SemiBold"/>
              </a:defRPr>
            </a:lvl2pPr>
            <a:lvl3pPr lvl="2" algn="ctr">
              <a:spcBef>
                <a:spcPts val="0"/>
              </a:spcBef>
              <a:spcAft>
                <a:spcPts val="0"/>
              </a:spcAft>
              <a:buClr>
                <a:schemeClr val="lt2"/>
              </a:buClr>
              <a:buSzPts val="1400"/>
              <a:buFont typeface="Inter SemiBold"/>
              <a:buNone/>
              <a:defRPr sz="1400">
                <a:solidFill>
                  <a:schemeClr val="lt2"/>
                </a:solidFill>
                <a:latin typeface="Inter SemiBold"/>
                <a:ea typeface="Inter SemiBold"/>
                <a:cs typeface="Inter SemiBold"/>
                <a:sym typeface="Inter SemiBold"/>
              </a:defRPr>
            </a:lvl3pPr>
            <a:lvl4pPr lvl="3" algn="ctr">
              <a:spcBef>
                <a:spcPts val="0"/>
              </a:spcBef>
              <a:spcAft>
                <a:spcPts val="0"/>
              </a:spcAft>
              <a:buClr>
                <a:schemeClr val="lt2"/>
              </a:buClr>
              <a:buSzPts val="1400"/>
              <a:buFont typeface="Inter SemiBold"/>
              <a:buNone/>
              <a:defRPr sz="1400">
                <a:solidFill>
                  <a:schemeClr val="lt2"/>
                </a:solidFill>
                <a:latin typeface="Inter SemiBold"/>
                <a:ea typeface="Inter SemiBold"/>
                <a:cs typeface="Inter SemiBold"/>
                <a:sym typeface="Inter SemiBold"/>
              </a:defRPr>
            </a:lvl4pPr>
            <a:lvl5pPr lvl="4" algn="ctr">
              <a:spcBef>
                <a:spcPts val="0"/>
              </a:spcBef>
              <a:spcAft>
                <a:spcPts val="0"/>
              </a:spcAft>
              <a:buClr>
                <a:schemeClr val="lt2"/>
              </a:buClr>
              <a:buSzPts val="1400"/>
              <a:buFont typeface="Inter SemiBold"/>
              <a:buNone/>
              <a:defRPr sz="1400">
                <a:solidFill>
                  <a:schemeClr val="lt2"/>
                </a:solidFill>
                <a:latin typeface="Inter SemiBold"/>
                <a:ea typeface="Inter SemiBold"/>
                <a:cs typeface="Inter SemiBold"/>
                <a:sym typeface="Inter SemiBold"/>
              </a:defRPr>
            </a:lvl5pPr>
            <a:lvl6pPr lvl="5" algn="ctr">
              <a:spcBef>
                <a:spcPts val="0"/>
              </a:spcBef>
              <a:spcAft>
                <a:spcPts val="0"/>
              </a:spcAft>
              <a:buClr>
                <a:schemeClr val="lt2"/>
              </a:buClr>
              <a:buSzPts val="1400"/>
              <a:buFont typeface="Inter SemiBold"/>
              <a:buNone/>
              <a:defRPr sz="1400">
                <a:solidFill>
                  <a:schemeClr val="lt2"/>
                </a:solidFill>
                <a:latin typeface="Inter SemiBold"/>
                <a:ea typeface="Inter SemiBold"/>
                <a:cs typeface="Inter SemiBold"/>
                <a:sym typeface="Inter SemiBold"/>
              </a:defRPr>
            </a:lvl6pPr>
            <a:lvl7pPr lvl="6" algn="ctr">
              <a:spcBef>
                <a:spcPts val="0"/>
              </a:spcBef>
              <a:spcAft>
                <a:spcPts val="0"/>
              </a:spcAft>
              <a:buClr>
                <a:schemeClr val="lt2"/>
              </a:buClr>
              <a:buSzPts val="1400"/>
              <a:buFont typeface="Inter SemiBold"/>
              <a:buNone/>
              <a:defRPr sz="1400">
                <a:solidFill>
                  <a:schemeClr val="lt2"/>
                </a:solidFill>
                <a:latin typeface="Inter SemiBold"/>
                <a:ea typeface="Inter SemiBold"/>
                <a:cs typeface="Inter SemiBold"/>
                <a:sym typeface="Inter SemiBold"/>
              </a:defRPr>
            </a:lvl7pPr>
            <a:lvl8pPr lvl="7" algn="ctr">
              <a:spcBef>
                <a:spcPts val="0"/>
              </a:spcBef>
              <a:spcAft>
                <a:spcPts val="0"/>
              </a:spcAft>
              <a:buClr>
                <a:schemeClr val="lt2"/>
              </a:buClr>
              <a:buSzPts val="1400"/>
              <a:buFont typeface="Inter SemiBold"/>
              <a:buNone/>
              <a:defRPr sz="1400">
                <a:solidFill>
                  <a:schemeClr val="lt2"/>
                </a:solidFill>
                <a:latin typeface="Inter SemiBold"/>
                <a:ea typeface="Inter SemiBold"/>
                <a:cs typeface="Inter SemiBold"/>
                <a:sym typeface="Inter SemiBold"/>
              </a:defRPr>
            </a:lvl8pPr>
            <a:lvl9pPr lvl="8" algn="ctr">
              <a:spcBef>
                <a:spcPts val="0"/>
              </a:spcBef>
              <a:spcAft>
                <a:spcPts val="0"/>
              </a:spcAft>
              <a:buClr>
                <a:schemeClr val="lt2"/>
              </a:buClr>
              <a:buSzPts val="1400"/>
              <a:buFont typeface="Inter SemiBold"/>
              <a:buNone/>
              <a:defRPr sz="1400">
                <a:solidFill>
                  <a:schemeClr val="lt2"/>
                </a:solidFill>
                <a:latin typeface="Inter SemiBold"/>
                <a:ea typeface="Inter SemiBold"/>
                <a:cs typeface="Inter SemiBold"/>
                <a:sym typeface="Inter SemiBold"/>
              </a:defRPr>
            </a:lvl9pPr>
          </a:lstStyle>
          <a:p/>
        </p:txBody>
      </p:sp>
      <p:pic>
        <p:nvPicPr>
          <p:cNvPr id="449" name="Google Shape;449;p50" title="logo_logomark-9.png"/>
          <p:cNvPicPr preferRelativeResize="0"/>
          <p:nvPr/>
        </p:nvPicPr>
        <p:blipFill>
          <a:blip r:embed="rId3">
            <a:alphaModFix/>
          </a:blip>
          <a:stretch>
            <a:fillRect/>
          </a:stretch>
        </p:blipFill>
        <p:spPr>
          <a:xfrm>
            <a:off x="4198934" y="1554103"/>
            <a:ext cx="746132" cy="621794"/>
          </a:xfrm>
          <a:prstGeom prst="rect">
            <a:avLst/>
          </a:prstGeom>
          <a:noFill/>
          <a:ln>
            <a:noFill/>
          </a:ln>
        </p:spPr>
      </p:pic>
      <p:sp>
        <p:nvSpPr>
          <p:cNvPr id="450" name="Google Shape;450;p50"/>
          <p:cNvSpPr txBox="1"/>
          <p:nvPr>
            <p:ph type="title"/>
          </p:nvPr>
        </p:nvSpPr>
        <p:spPr>
          <a:xfrm>
            <a:off x="457200" y="2481100"/>
            <a:ext cx="8229600" cy="621900"/>
          </a:xfrm>
          <a:prstGeom prst="rect">
            <a:avLst/>
          </a:prstGeom>
        </p:spPr>
        <p:txBody>
          <a:bodyPr anchorCtr="0" anchor="t" bIns="0" lIns="0" spcFirstLastPara="1" rIns="0" wrap="square" tIns="0">
            <a:spAutoFit/>
          </a:bodyPr>
          <a:lstStyle>
            <a:lvl1pPr lvl="0" algn="ctr">
              <a:spcBef>
                <a:spcPts val="0"/>
              </a:spcBef>
              <a:spcAft>
                <a:spcPts val="0"/>
              </a:spcAft>
              <a:buSzPts val="4000"/>
              <a:buNone/>
              <a:defRPr sz="4000"/>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de Box - Light">
  <p:cSld name="BLANK_2_1_1">
    <p:bg>
      <p:bgPr>
        <a:solidFill>
          <a:schemeClr val="dk1"/>
        </a:solidFill>
      </p:bgPr>
    </p:bg>
    <p:spTree>
      <p:nvGrpSpPr>
        <p:cNvPr id="472" name="Shape 472"/>
        <p:cNvGrpSpPr/>
        <p:nvPr/>
      </p:nvGrpSpPr>
      <p:grpSpPr>
        <a:xfrm>
          <a:off x="0" y="0"/>
          <a:ext cx="0" cy="0"/>
          <a:chOff x="0" y="0"/>
          <a:chExt cx="0" cy="0"/>
        </a:xfrm>
      </p:grpSpPr>
      <p:pic>
        <p:nvPicPr>
          <p:cNvPr id="473" name="Google Shape;473;p55" title="logo_logomark-9.png"/>
          <p:cNvPicPr preferRelativeResize="0"/>
          <p:nvPr/>
        </p:nvPicPr>
        <p:blipFill>
          <a:blip r:embed="rId2">
            <a:alphaModFix/>
          </a:blip>
          <a:stretch>
            <a:fillRect/>
          </a:stretch>
        </p:blipFill>
        <p:spPr>
          <a:xfrm>
            <a:off x="457199" y="4837175"/>
            <a:ext cx="197509" cy="164592"/>
          </a:xfrm>
          <a:prstGeom prst="rect">
            <a:avLst/>
          </a:prstGeom>
          <a:noFill/>
          <a:ln>
            <a:noFill/>
          </a:ln>
        </p:spPr>
      </p:pic>
      <p:sp>
        <p:nvSpPr>
          <p:cNvPr id="474" name="Google Shape;474;p55"/>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475" name="Google Shape;475;p55"/>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2026 tycoworks. All Rights Reserved.</a:t>
            </a:r>
            <a:endParaRPr sz="600">
              <a:solidFill>
                <a:srgbClr val="9898A8"/>
              </a:solidFill>
              <a:latin typeface="Inter"/>
              <a:ea typeface="Inter"/>
              <a:cs typeface="Inter"/>
              <a:sym typeface="Inter"/>
            </a:endParaRPr>
          </a:p>
        </p:txBody>
      </p:sp>
      <p:sp>
        <p:nvSpPr>
          <p:cNvPr id="476" name="Google Shape;476;p55"/>
          <p:cNvSpPr txBox="1"/>
          <p:nvPr>
            <p:ph type="title"/>
          </p:nvPr>
        </p:nvSpPr>
        <p:spPr>
          <a:xfrm>
            <a:off x="457200" y="445450"/>
            <a:ext cx="8229600" cy="5430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77" name="Google Shape;477;p55"/>
          <p:cNvSpPr/>
          <p:nvPr/>
        </p:nvSpPr>
        <p:spPr>
          <a:xfrm>
            <a:off x="457150" y="1117475"/>
            <a:ext cx="8229600" cy="3434700"/>
          </a:xfrm>
          <a:prstGeom prst="roundRect">
            <a:avLst>
              <a:gd fmla="val 2699" name="adj"/>
            </a:avLst>
          </a:prstGeom>
          <a:solidFill>
            <a:srgbClr val="A78BFA">
              <a:alpha val="20000"/>
            </a:srgbClr>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478" name="Google Shape;478;p55"/>
          <p:cNvSpPr txBox="1"/>
          <p:nvPr>
            <p:ph idx="1" type="body"/>
          </p:nvPr>
        </p:nvSpPr>
        <p:spPr>
          <a:xfrm>
            <a:off x="654700" y="1301900"/>
            <a:ext cx="7815600" cy="3069300"/>
          </a:xfrm>
          <a:prstGeom prst="rect">
            <a:avLst/>
          </a:prstGeom>
        </p:spPr>
        <p:txBody>
          <a:bodyPr anchorCtr="0" anchor="t" bIns="0" lIns="0" spcFirstLastPara="1" rIns="0" wrap="square" tIns="0">
            <a:normAutofit/>
          </a:bodyPr>
          <a:lstStyle>
            <a:lvl1pPr indent="-292100" lvl="0" marL="457200">
              <a:spcBef>
                <a:spcPts val="0"/>
              </a:spcBef>
              <a:spcAft>
                <a:spcPts val="0"/>
              </a:spcAft>
              <a:buClr>
                <a:schemeClr val="lt1"/>
              </a:buClr>
              <a:buSzPts val="1000"/>
              <a:buFont typeface="Fira Code"/>
              <a:buChar char="●"/>
              <a:defRPr sz="1000">
                <a:solidFill>
                  <a:schemeClr val="lt1"/>
                </a:solidFill>
                <a:latin typeface="Fira Code"/>
                <a:ea typeface="Fira Code"/>
                <a:cs typeface="Fira Code"/>
                <a:sym typeface="Fira Code"/>
              </a:defRPr>
            </a:lvl1pPr>
            <a:lvl2pPr indent="-292100" lvl="1" marL="914400">
              <a:spcBef>
                <a:spcPts val="0"/>
              </a:spcBef>
              <a:spcAft>
                <a:spcPts val="0"/>
              </a:spcAft>
              <a:buClr>
                <a:schemeClr val="lt1"/>
              </a:buClr>
              <a:buSzPts val="1000"/>
              <a:buFont typeface="Fira Code"/>
              <a:buChar char="○"/>
              <a:defRPr sz="1000">
                <a:solidFill>
                  <a:schemeClr val="lt1"/>
                </a:solidFill>
                <a:latin typeface="Fira Code"/>
                <a:ea typeface="Fira Code"/>
                <a:cs typeface="Fira Code"/>
                <a:sym typeface="Fira Code"/>
              </a:defRPr>
            </a:lvl2pPr>
            <a:lvl3pPr indent="-292100" lvl="2" marL="1371600">
              <a:spcBef>
                <a:spcPts val="0"/>
              </a:spcBef>
              <a:spcAft>
                <a:spcPts val="0"/>
              </a:spcAft>
              <a:buClr>
                <a:schemeClr val="lt1"/>
              </a:buClr>
              <a:buSzPts val="1000"/>
              <a:buFont typeface="Fira Code"/>
              <a:buChar char="■"/>
              <a:defRPr sz="1000">
                <a:solidFill>
                  <a:schemeClr val="lt1"/>
                </a:solidFill>
                <a:latin typeface="Fira Code"/>
                <a:ea typeface="Fira Code"/>
                <a:cs typeface="Fira Code"/>
                <a:sym typeface="Fira Code"/>
              </a:defRPr>
            </a:lvl3pPr>
            <a:lvl4pPr indent="-292100" lvl="3" marL="1828800">
              <a:spcBef>
                <a:spcPts val="0"/>
              </a:spcBef>
              <a:spcAft>
                <a:spcPts val="0"/>
              </a:spcAft>
              <a:buClr>
                <a:schemeClr val="lt1"/>
              </a:buClr>
              <a:buSzPts val="1000"/>
              <a:buFont typeface="Fira Code"/>
              <a:buChar char="●"/>
              <a:defRPr sz="1000">
                <a:solidFill>
                  <a:schemeClr val="lt1"/>
                </a:solidFill>
                <a:latin typeface="Fira Code"/>
                <a:ea typeface="Fira Code"/>
                <a:cs typeface="Fira Code"/>
                <a:sym typeface="Fira Code"/>
              </a:defRPr>
            </a:lvl4pPr>
            <a:lvl5pPr indent="-292100" lvl="4" marL="2286000">
              <a:spcBef>
                <a:spcPts val="0"/>
              </a:spcBef>
              <a:spcAft>
                <a:spcPts val="0"/>
              </a:spcAft>
              <a:buClr>
                <a:schemeClr val="lt1"/>
              </a:buClr>
              <a:buSzPts val="1000"/>
              <a:buFont typeface="Fira Code"/>
              <a:buChar char="○"/>
              <a:defRPr sz="1000">
                <a:solidFill>
                  <a:schemeClr val="lt1"/>
                </a:solidFill>
                <a:latin typeface="Fira Code"/>
                <a:ea typeface="Fira Code"/>
                <a:cs typeface="Fira Code"/>
                <a:sym typeface="Fira Code"/>
              </a:defRPr>
            </a:lvl5pPr>
            <a:lvl6pPr indent="-292100" lvl="5" marL="2743200">
              <a:spcBef>
                <a:spcPts val="0"/>
              </a:spcBef>
              <a:spcAft>
                <a:spcPts val="0"/>
              </a:spcAft>
              <a:buClr>
                <a:schemeClr val="lt1"/>
              </a:buClr>
              <a:buSzPts val="1000"/>
              <a:buFont typeface="Fira Code"/>
              <a:buChar char="■"/>
              <a:defRPr sz="1000">
                <a:solidFill>
                  <a:schemeClr val="lt1"/>
                </a:solidFill>
                <a:latin typeface="Fira Code"/>
                <a:ea typeface="Fira Code"/>
                <a:cs typeface="Fira Code"/>
                <a:sym typeface="Fira Code"/>
              </a:defRPr>
            </a:lvl6pPr>
            <a:lvl7pPr indent="-292100" lvl="6" marL="3200400">
              <a:spcBef>
                <a:spcPts val="0"/>
              </a:spcBef>
              <a:spcAft>
                <a:spcPts val="0"/>
              </a:spcAft>
              <a:buClr>
                <a:schemeClr val="lt1"/>
              </a:buClr>
              <a:buSzPts val="1000"/>
              <a:buFont typeface="Fira Code"/>
              <a:buChar char="●"/>
              <a:defRPr sz="1000">
                <a:solidFill>
                  <a:schemeClr val="lt1"/>
                </a:solidFill>
                <a:latin typeface="Fira Code"/>
                <a:ea typeface="Fira Code"/>
                <a:cs typeface="Fira Code"/>
                <a:sym typeface="Fira Code"/>
              </a:defRPr>
            </a:lvl7pPr>
            <a:lvl8pPr indent="-292100" lvl="7" marL="3657600">
              <a:spcBef>
                <a:spcPts val="0"/>
              </a:spcBef>
              <a:spcAft>
                <a:spcPts val="0"/>
              </a:spcAft>
              <a:buClr>
                <a:schemeClr val="lt1"/>
              </a:buClr>
              <a:buSzPts val="1000"/>
              <a:buFont typeface="Fira Code"/>
              <a:buChar char="○"/>
              <a:defRPr sz="1000">
                <a:solidFill>
                  <a:schemeClr val="lt1"/>
                </a:solidFill>
                <a:latin typeface="Fira Code"/>
                <a:ea typeface="Fira Code"/>
                <a:cs typeface="Fira Code"/>
                <a:sym typeface="Fira Code"/>
              </a:defRPr>
            </a:lvl8pPr>
            <a:lvl9pPr indent="-292100" lvl="8" marL="4114800">
              <a:spcBef>
                <a:spcPts val="0"/>
              </a:spcBef>
              <a:spcAft>
                <a:spcPts val="0"/>
              </a:spcAft>
              <a:buClr>
                <a:schemeClr val="lt1"/>
              </a:buClr>
              <a:buSzPts val="1000"/>
              <a:buFont typeface="Fira Code"/>
              <a:buChar char="■"/>
              <a:defRPr sz="1000">
                <a:solidFill>
                  <a:schemeClr val="lt1"/>
                </a:solidFill>
                <a:latin typeface="Fira Code"/>
                <a:ea typeface="Fira Code"/>
                <a:cs typeface="Fira Code"/>
                <a:sym typeface="Fira Cod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3" Type="http://schemas.openxmlformats.org/officeDocument/2006/relationships/slideLayout" Target="../slideLayouts/slideLayout43.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9" Type="http://schemas.openxmlformats.org/officeDocument/2006/relationships/slideLayout" Target="../slideLayouts/slideLayout9.xml"/><Relationship Id="rId49" Type="http://schemas.openxmlformats.org/officeDocument/2006/relationships/slideLayout" Target="../slideLayouts/slideLayout49.xml"/><Relationship Id="rId5" Type="http://schemas.openxmlformats.org/officeDocument/2006/relationships/slideLayout" Target="../slideLayouts/slideLayout5.xml"/><Relationship Id="rId31" Type="http://schemas.openxmlformats.org/officeDocument/2006/relationships/slideLayout" Target="../slideLayouts/slideLayout31.xml"/><Relationship Id="rId33" Type="http://schemas.openxmlformats.org/officeDocument/2006/relationships/slideLayout" Target="../slideLayouts/slideLayout33.xml"/><Relationship Id="rId35" Type="http://schemas.openxmlformats.org/officeDocument/2006/relationships/slideLayout" Target="../slideLayouts/slideLayout35.xml"/><Relationship Id="rId39" Type="http://schemas.openxmlformats.org/officeDocument/2006/relationships/slideLayout" Target="../slideLayouts/slideLayout39.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55" Type="http://schemas.openxmlformats.org/officeDocument/2006/relationships/theme" Target="../theme/theme2.xml"/><Relationship Id="rId54" Type="http://schemas.openxmlformats.org/officeDocument/2006/relationships/slideLayout" Target="../slideLayouts/slideLayout54.xml"/><Relationship Id="rId17"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457775"/>
            <a:ext cx="8229600" cy="572700"/>
          </a:xfrm>
          <a:prstGeom prst="rect">
            <a:avLst/>
          </a:prstGeom>
          <a:noFill/>
          <a:ln>
            <a:noFill/>
          </a:ln>
        </p:spPr>
        <p:txBody>
          <a:bodyPr anchorCtr="0" anchor="t" bIns="0" lIns="0" spcFirstLastPara="1" rIns="0" wrap="square" tIns="0">
            <a:spAutoFit/>
          </a:bodyPr>
          <a:lstStyle>
            <a:lvl1pPr lvl="0">
              <a:lnSpc>
                <a:spcPct val="115000"/>
              </a:lnSpc>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1pPr>
            <a:lvl2pPr lvl="1">
              <a:lnSpc>
                <a:spcPct val="115000"/>
              </a:lnSpc>
              <a:spcBef>
                <a:spcPts val="0"/>
              </a:spcBef>
              <a:spcAft>
                <a:spcPts val="0"/>
              </a:spcAft>
              <a:buClr>
                <a:schemeClr val="dk1"/>
              </a:buClr>
              <a:buSzPts val="2800"/>
              <a:buNone/>
              <a:defRPr sz="2800">
                <a:solidFill>
                  <a:schemeClr val="dk1"/>
                </a:solidFill>
              </a:defRPr>
            </a:lvl2pPr>
            <a:lvl3pPr lvl="2">
              <a:lnSpc>
                <a:spcPct val="115000"/>
              </a:lnSpc>
              <a:spcBef>
                <a:spcPts val="0"/>
              </a:spcBef>
              <a:spcAft>
                <a:spcPts val="0"/>
              </a:spcAft>
              <a:buClr>
                <a:schemeClr val="dk1"/>
              </a:buClr>
              <a:buSzPts val="2800"/>
              <a:buNone/>
              <a:defRPr sz="2800">
                <a:solidFill>
                  <a:schemeClr val="dk1"/>
                </a:solidFill>
              </a:defRPr>
            </a:lvl3pPr>
            <a:lvl4pPr lvl="3">
              <a:lnSpc>
                <a:spcPct val="115000"/>
              </a:lnSpc>
              <a:spcBef>
                <a:spcPts val="0"/>
              </a:spcBef>
              <a:spcAft>
                <a:spcPts val="0"/>
              </a:spcAft>
              <a:buClr>
                <a:schemeClr val="dk1"/>
              </a:buClr>
              <a:buSzPts val="2800"/>
              <a:buNone/>
              <a:defRPr sz="2800">
                <a:solidFill>
                  <a:schemeClr val="dk1"/>
                </a:solidFill>
              </a:defRPr>
            </a:lvl4pPr>
            <a:lvl5pPr lvl="4">
              <a:lnSpc>
                <a:spcPct val="115000"/>
              </a:lnSpc>
              <a:spcBef>
                <a:spcPts val="0"/>
              </a:spcBef>
              <a:spcAft>
                <a:spcPts val="0"/>
              </a:spcAft>
              <a:buClr>
                <a:schemeClr val="dk1"/>
              </a:buClr>
              <a:buSzPts val="2800"/>
              <a:buNone/>
              <a:defRPr sz="2800">
                <a:solidFill>
                  <a:schemeClr val="dk1"/>
                </a:solidFill>
              </a:defRPr>
            </a:lvl5pPr>
            <a:lvl6pPr lvl="5">
              <a:lnSpc>
                <a:spcPct val="115000"/>
              </a:lnSpc>
              <a:spcBef>
                <a:spcPts val="0"/>
              </a:spcBef>
              <a:spcAft>
                <a:spcPts val="0"/>
              </a:spcAft>
              <a:buClr>
                <a:schemeClr val="dk1"/>
              </a:buClr>
              <a:buSzPts val="2800"/>
              <a:buNone/>
              <a:defRPr sz="2800">
                <a:solidFill>
                  <a:schemeClr val="dk1"/>
                </a:solidFill>
              </a:defRPr>
            </a:lvl6pPr>
            <a:lvl7pPr lvl="6">
              <a:lnSpc>
                <a:spcPct val="115000"/>
              </a:lnSpc>
              <a:spcBef>
                <a:spcPts val="0"/>
              </a:spcBef>
              <a:spcAft>
                <a:spcPts val="0"/>
              </a:spcAft>
              <a:buClr>
                <a:schemeClr val="dk1"/>
              </a:buClr>
              <a:buSzPts val="2800"/>
              <a:buNone/>
              <a:defRPr sz="2800">
                <a:solidFill>
                  <a:schemeClr val="dk1"/>
                </a:solidFill>
              </a:defRPr>
            </a:lvl7pPr>
            <a:lvl8pPr lvl="7">
              <a:lnSpc>
                <a:spcPct val="115000"/>
              </a:lnSpc>
              <a:spcBef>
                <a:spcPts val="0"/>
              </a:spcBef>
              <a:spcAft>
                <a:spcPts val="0"/>
              </a:spcAft>
              <a:buClr>
                <a:schemeClr val="dk1"/>
              </a:buClr>
              <a:buSzPts val="2800"/>
              <a:buNone/>
              <a:defRPr sz="2800">
                <a:solidFill>
                  <a:schemeClr val="dk1"/>
                </a:solidFill>
              </a:defRPr>
            </a:lvl8pPr>
            <a:lvl9pPr lvl="8">
              <a:lnSpc>
                <a:spcPct val="115000"/>
              </a:lnSpc>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457200" y="1152475"/>
            <a:ext cx="8229600" cy="3416400"/>
          </a:xfrm>
          <a:prstGeom prst="rect">
            <a:avLst/>
          </a:prstGeom>
          <a:noFill/>
          <a:ln>
            <a:noFill/>
          </a:ln>
        </p:spPr>
        <p:txBody>
          <a:bodyPr anchorCtr="0" anchor="t" bIns="0" lIns="0" spcFirstLastPara="1" rIns="0" wrap="square" tIns="0">
            <a:normAutofit/>
          </a:bodyPr>
          <a:lstStyle>
            <a:lvl1pPr indent="-304800" lvl="0" marL="457200">
              <a:lnSpc>
                <a:spcPct val="115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1pPr>
            <a:lvl2pPr indent="-304800" lvl="1" marL="914400">
              <a:lnSpc>
                <a:spcPct val="115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2pPr>
            <a:lvl3pPr indent="-304800" lvl="2" marL="1371600">
              <a:lnSpc>
                <a:spcPct val="115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3pPr>
            <a:lvl4pPr indent="-304800" lvl="3" marL="1828800">
              <a:lnSpc>
                <a:spcPct val="115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4pPr>
            <a:lvl5pPr indent="-304800" lvl="4" marL="2286000">
              <a:lnSpc>
                <a:spcPct val="115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5pPr>
            <a:lvl6pPr indent="-304800" lvl="5" marL="2743200">
              <a:lnSpc>
                <a:spcPct val="115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6pPr>
            <a:lvl7pPr indent="-304800" lvl="6" marL="3200400">
              <a:lnSpc>
                <a:spcPct val="115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7pPr>
            <a:lvl8pPr indent="-304800" lvl="7" marL="3657600">
              <a:lnSpc>
                <a:spcPct val="115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8pPr>
            <a:lvl9pPr indent="-304800" lvl="8" marL="4114800">
              <a:lnSpc>
                <a:spcPct val="115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9pPr>
          </a:lstStyle>
          <a:p/>
        </p:txBody>
      </p:sp>
      <p:sp>
        <p:nvSpPr>
          <p:cNvPr id="8" name="Google Shape;8;p1"/>
          <p:cNvSpPr txBox="1"/>
          <p:nvPr>
            <p:ph idx="12" type="sldNum"/>
          </p:nvPr>
        </p:nvSpPr>
        <p:spPr>
          <a:xfrm>
            <a:off x="8147304" y="4690872"/>
            <a:ext cx="539400" cy="457200"/>
          </a:xfrm>
          <a:prstGeom prst="rect">
            <a:avLst/>
          </a:prstGeom>
          <a:noFill/>
          <a:ln>
            <a:noFill/>
          </a:ln>
        </p:spPr>
        <p:txBody>
          <a:bodyPr anchorCtr="0" anchor="ctr" bIns="0" lIns="0" spcFirstLastPara="1" rIns="0" wrap="square" tIns="0">
            <a:normAutofit/>
          </a:bodyPr>
          <a:lstStyle>
            <a:lvl1pPr lvl="0" algn="r">
              <a:buNone/>
              <a:defRPr sz="700">
                <a:solidFill>
                  <a:schemeClr val="dk1"/>
                </a:solidFill>
                <a:latin typeface="Inter SemiBold"/>
                <a:ea typeface="Inter SemiBold"/>
                <a:cs typeface="Inter SemiBold"/>
                <a:sym typeface="Inter SemiBold"/>
              </a:defRPr>
            </a:lvl1pPr>
            <a:lvl2pPr lvl="1" algn="r">
              <a:buNone/>
              <a:defRPr sz="700">
                <a:solidFill>
                  <a:schemeClr val="dk1"/>
                </a:solidFill>
                <a:latin typeface="Inter SemiBold"/>
                <a:ea typeface="Inter SemiBold"/>
                <a:cs typeface="Inter SemiBold"/>
                <a:sym typeface="Inter SemiBold"/>
              </a:defRPr>
            </a:lvl2pPr>
            <a:lvl3pPr lvl="2" algn="r">
              <a:buNone/>
              <a:defRPr sz="700">
                <a:solidFill>
                  <a:schemeClr val="dk1"/>
                </a:solidFill>
                <a:latin typeface="Inter SemiBold"/>
                <a:ea typeface="Inter SemiBold"/>
                <a:cs typeface="Inter SemiBold"/>
                <a:sym typeface="Inter SemiBold"/>
              </a:defRPr>
            </a:lvl3pPr>
            <a:lvl4pPr lvl="3" algn="r">
              <a:buNone/>
              <a:defRPr sz="700">
                <a:solidFill>
                  <a:schemeClr val="dk1"/>
                </a:solidFill>
                <a:latin typeface="Inter SemiBold"/>
                <a:ea typeface="Inter SemiBold"/>
                <a:cs typeface="Inter SemiBold"/>
                <a:sym typeface="Inter SemiBold"/>
              </a:defRPr>
            </a:lvl4pPr>
            <a:lvl5pPr lvl="4" algn="r">
              <a:buNone/>
              <a:defRPr sz="700">
                <a:solidFill>
                  <a:schemeClr val="dk1"/>
                </a:solidFill>
                <a:latin typeface="Inter SemiBold"/>
                <a:ea typeface="Inter SemiBold"/>
                <a:cs typeface="Inter SemiBold"/>
                <a:sym typeface="Inter SemiBold"/>
              </a:defRPr>
            </a:lvl5pPr>
            <a:lvl6pPr lvl="5" algn="r">
              <a:buNone/>
              <a:defRPr sz="700">
                <a:solidFill>
                  <a:schemeClr val="dk1"/>
                </a:solidFill>
                <a:latin typeface="Inter SemiBold"/>
                <a:ea typeface="Inter SemiBold"/>
                <a:cs typeface="Inter SemiBold"/>
                <a:sym typeface="Inter SemiBold"/>
              </a:defRPr>
            </a:lvl6pPr>
            <a:lvl7pPr lvl="6" algn="r">
              <a:buNone/>
              <a:defRPr sz="700">
                <a:solidFill>
                  <a:schemeClr val="dk1"/>
                </a:solidFill>
                <a:latin typeface="Inter SemiBold"/>
                <a:ea typeface="Inter SemiBold"/>
                <a:cs typeface="Inter SemiBold"/>
                <a:sym typeface="Inter SemiBold"/>
              </a:defRPr>
            </a:lvl7pPr>
            <a:lvl8pPr lvl="7" algn="r">
              <a:buNone/>
              <a:defRPr sz="700">
                <a:solidFill>
                  <a:schemeClr val="dk1"/>
                </a:solidFill>
                <a:latin typeface="Inter SemiBold"/>
                <a:ea typeface="Inter SemiBold"/>
                <a:cs typeface="Inter SemiBold"/>
                <a:sym typeface="Inter SemiBold"/>
              </a:defRPr>
            </a:lvl8pPr>
            <a:lvl9pPr lvl="8" algn="r">
              <a:buNone/>
              <a:defRPr sz="700">
                <a:solidFill>
                  <a:schemeClr val="dk1"/>
                </a:solidFill>
                <a:latin typeface="Inter SemiBold"/>
                <a:ea typeface="Inter SemiBold"/>
                <a:cs typeface="Inter SemiBold"/>
                <a:sym typeface="Inter SemiBold"/>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2" r:id="rId5"/>
    <p:sldLayoutId id="2147483656" r:id="rId9"/>
    <p:sldLayoutId id="2147483658" r:id="rId11"/>
    <p:sldLayoutId id="2147483664" r:id="rId17"/>
    <p:sldLayoutId id="2147483674" r:id="rId27"/>
    <p:sldLayoutId id="2147483676" r:id="rId29"/>
    <p:sldLayoutId id="2147483678" r:id="rId31"/>
    <p:sldLayoutId id="2147483680" r:id="rId33"/>
    <p:sldLayoutId id="2147483682" r:id="rId35"/>
    <p:sldLayoutId id="2147483686" r:id="rId39"/>
    <p:sldLayoutId id="2147483690" r:id="rId43"/>
    <p:sldLayoutId id="2147483692" r:id="rId45"/>
    <p:sldLayoutId id="2147483696" r:id="rId49"/>
    <p:sldLayoutId id="2147483701" r:id="rId54"/>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288">
          <p15:clr>
            <a:srgbClr val="9898A8"/>
          </p15:clr>
        </p15:guide>
        <p15:guide id="2" pos="628">
          <p15:clr>
            <a:srgbClr val="9898A8"/>
          </p15:clr>
        </p15:guide>
        <p15:guide id="3" pos="732">
          <p15:clr>
            <a:srgbClr val="9898A8"/>
          </p15:clr>
        </p15:guide>
        <p15:guide id="4" pos="1066">
          <p15:clr>
            <a:srgbClr val="9898A8"/>
          </p15:clr>
        </p15:guide>
        <p15:guide id="5" pos="1169">
          <p15:clr>
            <a:srgbClr val="9898A8"/>
          </p15:clr>
        </p15:guide>
        <p15:guide id="6" pos="1503">
          <p15:clr>
            <a:srgbClr val="9898A8"/>
          </p15:clr>
        </p15:guide>
        <p15:guide id="7" pos="1613">
          <p15:clr>
            <a:srgbClr val="9898A8"/>
          </p15:clr>
        </p15:guide>
        <p15:guide id="8" pos="1947">
          <p15:clr>
            <a:srgbClr val="9898A8"/>
          </p15:clr>
        </p15:guide>
        <p15:guide id="9" pos="2051">
          <p15:clr>
            <a:srgbClr val="9898A8"/>
          </p15:clr>
        </p15:guide>
        <p15:guide id="10" pos="2390">
          <p15:clr>
            <a:srgbClr val="9898A8"/>
          </p15:clr>
        </p15:guide>
        <p15:guide id="11" pos="2488">
          <p15:clr>
            <a:srgbClr val="9898A8"/>
          </p15:clr>
        </p15:guide>
        <p15:guide id="12" pos="2828">
          <p15:clr>
            <a:srgbClr val="9898A8"/>
          </p15:clr>
        </p15:guide>
        <p15:guide id="13" pos="2932">
          <p15:clr>
            <a:srgbClr val="9898A8"/>
          </p15:clr>
        </p15:guide>
        <p15:guide id="14" pos="3272">
          <p15:clr>
            <a:srgbClr val="9898A8"/>
          </p15:clr>
        </p15:guide>
        <p15:guide id="15" pos="3375">
          <p15:clr>
            <a:srgbClr val="9898A8"/>
          </p15:clr>
        </p15:guide>
        <p15:guide id="16" pos="3709">
          <p15:clr>
            <a:srgbClr val="9898A8"/>
          </p15:clr>
        </p15:guide>
        <p15:guide id="17" pos="3813">
          <p15:clr>
            <a:srgbClr val="9898A8"/>
          </p15:clr>
        </p15:guide>
        <p15:guide id="18" pos="4147">
          <p15:clr>
            <a:srgbClr val="9898A8"/>
          </p15:clr>
        </p15:guide>
        <p15:guide id="19" pos="4257">
          <p15:clr>
            <a:srgbClr val="9898A8"/>
          </p15:clr>
        </p15:guide>
        <p15:guide id="20" pos="4591">
          <p15:clr>
            <a:srgbClr val="9898A8"/>
          </p15:clr>
        </p15:guide>
        <p15:guide id="21" pos="4694">
          <p15:clr>
            <a:srgbClr val="9898A8"/>
          </p15:clr>
        </p15:guide>
        <p15:guide id="22" pos="5034">
          <p15:clr>
            <a:srgbClr val="9898A8"/>
          </p15:clr>
        </p15:guide>
        <p15:guide id="23" pos="5132">
          <p15:clr>
            <a:srgbClr val="9898A8"/>
          </p15:clr>
        </p15:guide>
        <p15:guide id="24" pos="5472">
          <p15:clr>
            <a:srgbClr val="9898A8"/>
          </p15:clr>
        </p15:guide>
        <p15:guide id="25" orient="horz" pos="288">
          <p15:clr>
            <a:srgbClr val="9898A8"/>
          </p15:clr>
        </p15:guide>
        <p15:guide id="26" orient="horz" pos="1619">
          <p15:clr>
            <a:srgbClr val="9898A8"/>
          </p15:clr>
        </p15:guide>
        <p15:guide id="27" orient="horz" pos="2955">
          <p15:clr>
            <a:srgbClr val="9898A8"/>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 Id="rId3" Type="http://schemas.openxmlformats.org/officeDocument/2006/relationships/image" Target="../media/image40.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 Id="rId3" Type="http://schemas.openxmlformats.org/officeDocument/2006/relationships/image" Target="../media/image23.png"/><Relationship Id="rId4" Type="http://schemas.openxmlformats.org/officeDocument/2006/relationships/image" Target="../media/image2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8.xml"/><Relationship Id="rId3" Type="http://schemas.openxmlformats.org/officeDocument/2006/relationships/image" Target="../media/image6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9.xml"/><Relationship Id="rId3" Type="http://schemas.openxmlformats.org/officeDocument/2006/relationships/image" Target="../media/image6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0.xml"/><Relationship Id="rId3" Type="http://schemas.openxmlformats.org/officeDocument/2006/relationships/image" Target="../media/image64.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1.xml"/><Relationship Id="rId3" Type="http://schemas.openxmlformats.org/officeDocument/2006/relationships/image" Target="../media/image5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14.xml"/><Relationship Id="rId3" Type="http://schemas.openxmlformats.org/officeDocument/2006/relationships/image" Target="../media/image6.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16.xml"/><Relationship Id="rId3" Type="http://schemas.openxmlformats.org/officeDocument/2006/relationships/image" Target="../media/image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2" name="Shape 482"/>
        <p:cNvGrpSpPr/>
        <p:nvPr/>
      </p:nvGrpSpPr>
      <p:grpSpPr>
        <a:xfrm>
          <a:off x="0" y="0"/>
          <a:ext cx="0" cy="0"/>
          <a:chOff x="0" y="0"/>
          <a:chExt cx="0" cy="0"/>
        </a:xfrm>
      </p:grpSpPr>
      <p:sp>
        <p:nvSpPr>
          <p:cNvPr id="483" name="Google Shape;483;p56"/>
          <p:cNvSpPr txBox="1"/>
          <p:nvPr>
            <p:ph type="ctrTitle"/>
          </p:nvPr>
        </p:nvSpPr>
        <p:spPr>
          <a:xfrm>
            <a:off x="457200" y="744575"/>
            <a:ext cx="8229600" cy="2135700"/>
          </a:xfrm>
          <a:prstGeom prst="rect">
            <a:avLst/>
          </a:prstGeom>
        </p:spPr>
        <p:txBody>
          <a:bodyPr anchorCtr="0" anchor="b" bIns="0" lIns="0" spcFirstLastPara="1" rIns="0" wrap="square" tIns="0">
            <a:normAutofit/>
          </a:bodyPr>
          <a:lstStyle/>
          <a:p>
            <a:pPr indent="0" lvl="0" marL="0" rtl="0" algn="l">
              <a:spcBef>
                <a:spcPts val="0"/>
              </a:spcBef>
              <a:spcAft>
                <a:spcPts val="0"/>
              </a:spcAft>
              <a:buNone/>
            </a:pPr>
            <a:r>
              <a:rPr lang="en"/>
              <a:t>Lorem ipsum dolor</a:t>
            </a:r>
            <a:r>
              <a:rPr lang="en"/>
              <a:t/>
            </a:r>
            <a:r>
              <a:rPr lang="en"/>
              <a:t> sit amet</a:t>
            </a:r>
            <a:endParaRPr/>
          </a:p>
        </p:txBody>
      </p:sp>
      <p:sp>
        <p:nvSpPr>
          <p:cNvPr id="484" name="Google Shape;484;p56"/>
          <p:cNvSpPr txBox="1"/>
          <p:nvPr>
            <p:ph idx="1" type="subTitle"/>
          </p:nvPr>
        </p:nvSpPr>
        <p:spPr>
          <a:xfrm>
            <a:off x="457200" y="3108875"/>
            <a:ext cx="8229600" cy="1581900"/>
          </a:xfrm>
          <a:prstGeom prst="rect">
            <a:avLst/>
          </a:prstGeom>
        </p:spPr>
        <p:txBody>
          <a:bodyPr anchorCtr="0" anchor="t" bIns="0" lIns="0" spcFirstLastPara="1" rIns="0" wrap="square" tIns="0">
            <a:normAutofit/>
          </a:bodyPr>
          <a:lstStyle/>
          <a:p>
            <a:pPr indent="0" lvl="0" marL="0" rtl="0" algn="l">
              <a:lnSpc>
                <a:spcPct val="115000"/>
              </a:lnSpc>
              <a:spcBef>
                <a:spcPts val="0"/>
              </a:spcBef>
              <a:spcAft>
                <a:spcPts val="0"/>
              </a:spcAft>
              <a:buNone/>
            </a:pPr>
            <a:r>
              <a:rPr lang="en"/>
              <a:t>Firstname Lastname</a:t>
            </a:r>
            <a:endParaRPr/>
          </a:p>
          <a:p>
            <a:pPr indent="0" lvl="0" marL="0" rtl="0" algn="l">
              <a:lnSpc>
                <a:spcPct val="115000"/>
              </a:lnSpc>
              <a:spcBef>
                <a:spcPts val="0"/>
              </a:spcBef>
              <a:spcAft>
                <a:spcPts val="0"/>
              </a:spcAft>
              <a:buNone/>
            </a:pPr>
            <a:r>
              <a:rPr i="1" lang="en" sz="1400">
                <a:solidFill>
                  <a:schemeClr val="lt2"/>
                </a:solidFill>
              </a:rPr>
              <a:t>Job Title</a:t>
            </a:r>
            <a:endParaRPr i="1" sz="1400">
              <a:solidFill>
                <a:schemeClr val="lt2"/>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95" name="Shape 495"/>
        <p:cNvGrpSpPr/>
        <p:nvPr/>
      </p:nvGrpSpPr>
      <p:grpSpPr>
        <a:xfrm>
          <a:off x="0" y="0"/>
          <a:ext cx="0" cy="0"/>
          <a:chOff x="0" y="0"/>
          <a:chExt cx="0" cy="0"/>
        </a:xfrm>
      </p:grpSpPr>
      <p:sp>
        <p:nvSpPr>
          <p:cNvPr id="496" name="Google Shape;496;p58"/>
          <p:cNvSpPr txBox="1"/>
          <p:nvPr>
            <p:ph type="title"/>
          </p:nvPr>
        </p:nvSpPr>
        <p:spPr>
          <a:xfrm>
            <a:off x="457200" y="45720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Agenda</a:t>
            </a:r>
            <a:endParaRPr/>
          </a:p>
        </p:txBody>
      </p:sp>
      <p:sp>
        <p:nvSpPr>
          <p:cNvPr id="497" name="Google Shape;497;p58"/>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
        <p:nvSpPr>
          <p:cNvPr id="498" name="Google Shape;498;p58"/>
          <p:cNvSpPr txBox="1"/>
          <p:nvPr>
            <p:ph idx="1" type="body"/>
          </p:nvPr>
        </p:nvSpPr>
        <p:spPr>
          <a:xfrm>
            <a:off x="457200" y="888300"/>
            <a:ext cx="8229600" cy="3802800"/>
          </a:xfrm>
          <a:prstGeom prst="rect">
            <a:avLst/>
          </a:prstGeom>
        </p:spPr>
        <p:txBody>
          <a:bodyPr anchorCtr="0" anchor="ctr" bIns="0" lIns="0" spcFirstLastPara="1" rIns="0" wrap="square" tIns="0">
            <a:noAutofit/>
          </a:bodyPr>
          <a:lstStyle/>
          <a:p>
            <a:pPr indent="-330200" lvl="0" marL="457200" rtl="0" algn="l">
              <a:lnSpc>
                <a:spcPct val="200000"/>
              </a:lnSpc>
              <a:spcBef>
                <a:spcPts val="0"/>
              </a:spcBef>
              <a:spcAft>
                <a:spcPts val="0"/>
              </a:spcAft>
              <a:buSzPts val="1600"/>
              <a:buChar char="●"/>
            </a:pPr>
            <a:r>
              <a:rPr lang="en" sz="1600"/>
              <a:t>Section one title that can be quite long</a:t>
            </a:r>
            <a:endParaRPr sz="1600"/>
          </a:p>
          <a:p>
            <a:pPr indent="-330200" lvl="0" marL="457200" rtl="0" algn="l">
              <a:lnSpc>
                <a:spcPct val="200000"/>
              </a:lnSpc>
              <a:spcBef>
                <a:spcPts val="0"/>
              </a:spcBef>
              <a:spcAft>
                <a:spcPts val="0"/>
              </a:spcAft>
              <a:buSzPts val="1600"/>
              <a:buChar char="●"/>
            </a:pPr>
            <a:r>
              <a:rPr lang="en" sz="1600"/>
              <a:t>Section two title that can be quite long</a:t>
            </a:r>
            <a:endParaRPr sz="1600"/>
          </a:p>
          <a:p>
            <a:pPr indent="-330200" lvl="0" marL="457200" rtl="0" algn="l">
              <a:lnSpc>
                <a:spcPct val="200000"/>
              </a:lnSpc>
              <a:spcBef>
                <a:spcPts val="0"/>
              </a:spcBef>
              <a:spcAft>
                <a:spcPts val="0"/>
              </a:spcAft>
              <a:buSzPts val="1600"/>
              <a:buChar char="●"/>
            </a:pPr>
            <a:r>
              <a:rPr lang="en" sz="1600"/>
              <a:t>Section three title that can be quite long</a:t>
            </a:r>
            <a:endParaRPr sz="1600"/>
          </a:p>
          <a:p>
            <a:pPr indent="-330200" lvl="0" marL="457200" rtl="0" algn="l">
              <a:lnSpc>
                <a:spcPct val="200000"/>
              </a:lnSpc>
              <a:spcBef>
                <a:spcPts val="0"/>
              </a:spcBef>
              <a:spcAft>
                <a:spcPts val="0"/>
              </a:spcAft>
              <a:buSzPts val="1600"/>
              <a:buChar char="●"/>
            </a:pPr>
            <a:r>
              <a:rPr lang="en" sz="1600"/>
              <a:t>Section four title that can be quite long</a:t>
            </a:r>
            <a:endParaRPr sz="1600"/>
          </a:p>
          <a:p>
            <a:pPr indent="-330200" lvl="0" marL="457200" rtl="0" algn="l">
              <a:lnSpc>
                <a:spcPct val="200000"/>
              </a:lnSpc>
              <a:spcBef>
                <a:spcPts val="0"/>
              </a:spcBef>
              <a:spcAft>
                <a:spcPts val="0"/>
              </a:spcAft>
              <a:buSzPts val="1600"/>
              <a:buChar char="●"/>
            </a:pPr>
            <a:r>
              <a:rPr lang="en" sz="1600"/>
              <a:t>Section five title that can be quite long</a:t>
            </a:r>
            <a:endParaRPr sz="1600"/>
          </a:p>
          <a:p>
            <a:pPr indent="-330200" lvl="0" marL="457200" rtl="0" algn="l">
              <a:lnSpc>
                <a:spcPct val="200000"/>
              </a:lnSpc>
              <a:spcBef>
                <a:spcPts val="0"/>
              </a:spcBef>
              <a:spcAft>
                <a:spcPts val="0"/>
              </a:spcAft>
              <a:buSzPts val="1600"/>
              <a:buChar char="●"/>
            </a:pPr>
            <a:r>
              <a:rPr lang="en" sz="1600"/>
              <a:t>Section six title that can be quite long</a:t>
            </a:r>
            <a:endParaRPr sz="16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8" name="Shape 538"/>
        <p:cNvGrpSpPr/>
        <p:nvPr/>
      </p:nvGrpSpPr>
      <p:grpSpPr>
        <a:xfrm>
          <a:off x="0" y="0"/>
          <a:ext cx="0" cy="0"/>
          <a:chOff x="0" y="0"/>
          <a:chExt cx="0" cy="0"/>
        </a:xfrm>
      </p:grpSpPr>
      <p:sp>
        <p:nvSpPr>
          <p:cNvPr id="539" name="Google Shape;539;p61"/>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t>‹#›</a:t>
            </a:fld>
            <a:endParaRPr/>
          </a:p>
        </p:txBody>
      </p:sp>
      <p:sp>
        <p:nvSpPr>
          <p:cNvPr id="540" name="Google Shape;540;p61"/>
          <p:cNvSpPr txBox="1"/>
          <p:nvPr>
            <p:ph type="title"/>
          </p:nvPr>
        </p:nvSpPr>
        <p:spPr>
          <a:xfrm>
            <a:off x="1156800" y="1363200"/>
            <a:ext cx="6830400" cy="2112300"/>
          </a:xfrm>
          <a:prstGeom prst="rect">
            <a:avLst/>
          </a:prstGeom>
        </p:spPr>
        <p:txBody>
          <a:bodyPr anchorCtr="0" anchor="ctr" bIns="0" lIns="0" spcFirstLastPara="1" rIns="0" wrap="square" tIns="0">
            <a:normAutofit/>
          </a:bodyPr>
          <a:lstStyle/>
          <a:p>
            <a:pPr indent="0" lvl="0" marL="0" rtl="0" algn="ctr">
              <a:spcBef>
                <a:spcPts val="0"/>
              </a:spcBef>
              <a:spcAft>
                <a:spcPts val="0"/>
              </a:spcAft>
              <a:buNone/>
            </a:pPr>
            <a:r>
              <a:rPr lang="en"/>
              <a:t>Section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0" name="Shape 570"/>
        <p:cNvGrpSpPr/>
        <p:nvPr/>
      </p:nvGrpSpPr>
      <p:grpSpPr>
        <a:xfrm>
          <a:off x="0" y="0"/>
          <a:ext cx="0" cy="0"/>
          <a:chOff x="0" y="0"/>
          <a:chExt cx="0" cy="0"/>
        </a:xfrm>
      </p:grpSpPr>
      <p:sp>
        <p:nvSpPr>
          <p:cNvPr id="571" name="Google Shape;571;p66"/>
          <p:cNvSpPr txBox="1"/>
          <p:nvPr>
            <p:ph type="title"/>
          </p:nvPr>
        </p:nvSpPr>
        <p:spPr>
          <a:xfrm>
            <a:off x="457200" y="45720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Content</a:t>
            </a:r>
            <a:endParaRPr/>
          </a:p>
        </p:txBody>
      </p:sp>
      <p:sp>
        <p:nvSpPr>
          <p:cNvPr id="572" name="Google Shape;572;p66"/>
          <p:cNvSpPr txBox="1"/>
          <p:nvPr>
            <p:ph idx="1" type="body"/>
          </p:nvPr>
        </p:nvSpPr>
        <p:spPr>
          <a:xfrm>
            <a:off x="457200" y="1152475"/>
            <a:ext cx="8229600" cy="31242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Lorem ipsum dolor sit amet, consectetur adipiscing elit, sed do eiusmod tempor incididunt ut labore et dolore magna aliqua. Ut enim ad minim veniam, quis nostrud exercitation ullamco laboris nisi ut aliquip.</a:t>
            </a:r>
            <a:endParaRPr/>
          </a:p>
          <a:p>
            <a:pPr indent="-304800" lvl="0" marL="457200" rtl="0" algn="l">
              <a:spcBef>
                <a:spcPts val="1200"/>
              </a:spcBef>
              <a:spcAft>
                <a:spcPts val="0"/>
              </a:spcAft>
              <a:buSzPts val="1200"/>
              <a:buChar char="●"/>
            </a:pPr>
            <a:r>
              <a:rPr lang="en"/>
              <a:t>Ex ea commodo consequat. Duis aute irure dolor in reprehenderit in voluptate velit esse cillum dolore eu fugiat nulla pariatur. Excepteur sint occaecat cupidatat non proident.</a:t>
            </a:r>
            <a:endParaRPr/>
          </a:p>
          <a:p>
            <a:pPr indent="-304800" lvl="1" marL="914400" rtl="0" algn="l">
              <a:spcBef>
                <a:spcPts val="500"/>
              </a:spcBef>
              <a:spcAft>
                <a:spcPts val="0"/>
              </a:spcAft>
              <a:buSzPts val="1200"/>
              <a:buChar char="○"/>
            </a:pPr>
            <a:r>
              <a:rPr lang="en"/>
              <a:t>Sunt in culpa qui officia deserunt mollit anim id est laborum</a:t>
            </a:r>
            <a:endParaRPr/>
          </a:p>
          <a:p>
            <a:pPr indent="-304800" lvl="2" marL="1371600" rtl="0" algn="l">
              <a:spcBef>
                <a:spcPts val="500"/>
              </a:spcBef>
              <a:spcAft>
                <a:spcPts val="0"/>
              </a:spcAft>
              <a:buSzPts val="1200"/>
              <a:buChar char="■"/>
            </a:pPr>
            <a:r>
              <a:rPr lang="en"/>
              <a:t>Sed ut perspiciatis unde omnis iste natus error sit voluptatem</a:t>
            </a:r>
            <a:endParaRPr/>
          </a:p>
          <a:p>
            <a:pPr indent="-304800" lvl="3" marL="1828800" rtl="0" algn="l">
              <a:spcBef>
                <a:spcPts val="500"/>
              </a:spcBef>
              <a:spcAft>
                <a:spcPts val="0"/>
              </a:spcAft>
              <a:buSzPts val="1200"/>
              <a:buChar char="●"/>
            </a:pPr>
            <a:r>
              <a:rPr lang="en"/>
              <a:t>Ut enim ad minim veniam, quis nostrud exercitation ullamco </a:t>
            </a:r>
            <a:endParaRPr/>
          </a:p>
          <a:p>
            <a:pPr indent="-304800" lvl="0" marL="457200" rtl="0" algn="l">
              <a:spcBef>
                <a:spcPts val="500"/>
              </a:spcBef>
              <a:spcAft>
                <a:spcPts val="0"/>
              </a:spcAft>
              <a:buSzPts val="1200"/>
              <a:buChar char="●"/>
            </a:pPr>
            <a:r>
              <a:rPr lang="en"/>
              <a:t>Laboris nisi ut aliquip ex ea commodo consequat duis aute irure dolor in reprehenderit in voluptate velit esse. Cillum dolore eu fugiat nulla pariatur.</a:t>
            </a:r>
            <a:endParaRPr/>
          </a:p>
          <a:p>
            <a:pPr indent="-304800" lvl="1" marL="914400" rtl="0" algn="l">
              <a:spcBef>
                <a:spcPts val="500"/>
              </a:spcBef>
              <a:spcAft>
                <a:spcPts val="0"/>
              </a:spcAft>
              <a:buSzPts val="1200"/>
              <a:buChar char="○"/>
            </a:pPr>
            <a:r>
              <a:rPr lang="en"/>
              <a:t>Excepteur sint occaecat cupidatat non proident</a:t>
            </a:r>
            <a:endParaRPr/>
          </a:p>
          <a:p>
            <a:pPr indent="-304800" lvl="2" marL="1371600" rtl="0" algn="l">
              <a:spcBef>
                <a:spcPts val="500"/>
              </a:spcBef>
              <a:spcAft>
                <a:spcPts val="0"/>
              </a:spcAft>
              <a:buSzPts val="1200"/>
              <a:buChar char="■"/>
            </a:pPr>
            <a:r>
              <a:rPr lang="en"/>
              <a:t>Accusantium doloremque laudantium, totam rem aperiam</a:t>
            </a:r>
            <a:endParaRPr/>
          </a:p>
          <a:p>
            <a:pPr indent="-304800" lvl="3" marL="1828800" rtl="0" algn="l">
              <a:spcBef>
                <a:spcPts val="500"/>
              </a:spcBef>
              <a:spcAft>
                <a:spcPts val="500"/>
              </a:spcAft>
              <a:buSzPts val="1200"/>
              <a:buChar char="●"/>
            </a:pPr>
            <a:r>
              <a:rPr lang="en"/>
              <a:t>Sunt in culpa qui officia deserunt mollit anim id est laborum</a:t>
            </a:r>
            <a:endParaRPr/>
          </a:p>
        </p:txBody>
      </p:sp>
      <p:sp>
        <p:nvSpPr>
          <p:cNvPr id="573" name="Google Shape;573;p66"/>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0"/>
          <p:cNvSpPr txBox="1"/>
          <p:nvPr>
            <p:ph type="title"/>
          </p:nvPr>
        </p:nvSpPr>
        <p:spPr>
          <a:xfrm>
            <a:off x="457200" y="45720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Two column</a:t>
            </a:r>
            <a:endParaRPr/>
          </a:p>
        </p:txBody>
      </p:sp>
      <p:sp>
        <p:nvSpPr>
          <p:cNvPr id="603" name="Google Shape;603;p70"/>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
        <p:nvSpPr>
          <p:cNvPr id="604" name="Google Shape;604;p70"/>
          <p:cNvSpPr txBox="1"/>
          <p:nvPr>
            <p:ph idx="2" type="body"/>
          </p:nvPr>
        </p:nvSpPr>
        <p:spPr>
          <a:xfrm>
            <a:off x="4654300" y="1152475"/>
            <a:ext cx="4032600" cy="2616600"/>
          </a:xfrm>
          <a:prstGeom prst="rect">
            <a:avLst/>
          </a:prstGeom>
        </p:spPr>
        <p:txBody>
          <a:bodyPr anchorCtr="0" anchor="t" bIns="0" lIns="0" spcFirstLastPara="1" rIns="0" wrap="square" tIns="0">
            <a:spAutoFit/>
          </a:bodyPr>
          <a:lstStyle/>
          <a:p>
            <a:pPr indent="0" lvl="0" marL="0" rtl="0" algn="l">
              <a:spcBef>
                <a:spcPts val="0"/>
              </a:spcBef>
              <a:spcAft>
                <a:spcPts val="0"/>
              </a:spcAft>
              <a:buClr>
                <a:schemeClr val="accent6"/>
              </a:buClr>
              <a:buSzPts val="1100"/>
              <a:buFont typeface="Arial"/>
              <a:buNone/>
            </a:pPr>
            <a:r>
              <a:rPr lang="en"/>
              <a:t>Lorem ipsum dolor sit amet, consectetur adipiscing elit, sed do eiusmod tempor incididunt ut labore et dolore magna aliqua. </a:t>
            </a:r>
            <a:endParaRPr/>
          </a:p>
          <a:p>
            <a:pPr indent="-304800" lvl="0" marL="457200" rtl="0" algn="l">
              <a:spcBef>
                <a:spcPts val="1200"/>
              </a:spcBef>
              <a:spcAft>
                <a:spcPts val="0"/>
              </a:spcAft>
              <a:buSzPts val="1200"/>
              <a:buChar char="●"/>
            </a:pPr>
            <a:r>
              <a:rPr lang="en"/>
              <a:t>Ut enim ad minim veniam, quis nostrud exercitation ullamco </a:t>
            </a:r>
            <a:endParaRPr/>
          </a:p>
          <a:p>
            <a:pPr indent="-304800" lvl="0" marL="457200" rtl="0" algn="l">
              <a:spcBef>
                <a:spcPts val="0"/>
              </a:spcBef>
              <a:spcAft>
                <a:spcPts val="0"/>
              </a:spcAft>
              <a:buSzPts val="1200"/>
              <a:buChar char="●"/>
            </a:pPr>
            <a:r>
              <a:rPr lang="en"/>
              <a:t>Laboris nisi ut aliquip ex ea commodo consequat</a:t>
            </a:r>
            <a:endParaRPr/>
          </a:p>
          <a:p>
            <a:pPr indent="-304800" lvl="0" marL="457200" rtl="0" algn="l">
              <a:spcBef>
                <a:spcPts val="0"/>
              </a:spcBef>
              <a:spcAft>
                <a:spcPts val="0"/>
              </a:spcAft>
              <a:buSzPts val="1200"/>
              <a:buChar char="●"/>
            </a:pPr>
            <a:r>
              <a:rPr lang="en"/>
              <a:t>Duis aute irure dolor in reprehenderit in voluptate velit esse</a:t>
            </a:r>
            <a:endParaRPr/>
          </a:p>
          <a:p>
            <a:pPr indent="0" lvl="0" marL="0" rtl="0" algn="l">
              <a:spcBef>
                <a:spcPts val="1200"/>
              </a:spcBef>
              <a:spcAft>
                <a:spcPts val="1200"/>
              </a:spcAft>
              <a:buNone/>
            </a:pPr>
            <a:r>
              <a:rPr lang="en"/>
              <a:t>Cillum dolore eu fugiat nulla pariatur. Excepteur sint occaecat cupidatat non proident, sunt in culpa qui officia deserunt mollit anim id est laborum.</a:t>
            </a:r>
            <a:endParaRPr/>
          </a:p>
        </p:txBody>
      </p:sp>
      <p:sp>
        <p:nvSpPr>
          <p:cNvPr id="605" name="Google Shape;605;p70"/>
          <p:cNvSpPr txBox="1"/>
          <p:nvPr>
            <p:ph idx="1" type="body"/>
          </p:nvPr>
        </p:nvSpPr>
        <p:spPr>
          <a:xfrm>
            <a:off x="457200" y="1152475"/>
            <a:ext cx="4032600" cy="26166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Lorem ipsum dolor sit amet, consectetur adipiscing elit, sed do eiusmod tempor incididunt ut labore et dolore magna aliqua. </a:t>
            </a:r>
            <a:endParaRPr/>
          </a:p>
          <a:p>
            <a:pPr indent="-304800" lvl="0" marL="457200" rtl="0" algn="l">
              <a:spcBef>
                <a:spcPts val="1200"/>
              </a:spcBef>
              <a:spcAft>
                <a:spcPts val="0"/>
              </a:spcAft>
              <a:buSzPts val="1200"/>
              <a:buChar char="●"/>
            </a:pPr>
            <a:r>
              <a:rPr lang="en"/>
              <a:t>Ut enim ad minim veniam, quis nostrud exercitation ullamco </a:t>
            </a:r>
            <a:endParaRPr/>
          </a:p>
          <a:p>
            <a:pPr indent="-304800" lvl="0" marL="457200" rtl="0" algn="l">
              <a:spcBef>
                <a:spcPts val="0"/>
              </a:spcBef>
              <a:spcAft>
                <a:spcPts val="0"/>
              </a:spcAft>
              <a:buSzPts val="1200"/>
              <a:buChar char="●"/>
            </a:pPr>
            <a:r>
              <a:rPr lang="en"/>
              <a:t>Laboris nisi ut aliquip ex ea commodo consequat</a:t>
            </a:r>
            <a:endParaRPr/>
          </a:p>
          <a:p>
            <a:pPr indent="-304800" lvl="0" marL="457200" rtl="0" algn="l">
              <a:spcBef>
                <a:spcPts val="0"/>
              </a:spcBef>
              <a:spcAft>
                <a:spcPts val="0"/>
              </a:spcAft>
              <a:buSzPts val="1200"/>
              <a:buChar char="●"/>
            </a:pPr>
            <a:r>
              <a:rPr lang="en"/>
              <a:t>Duis aute irure dolor in reprehenderit in voluptate velit esse</a:t>
            </a:r>
            <a:endParaRPr/>
          </a:p>
          <a:p>
            <a:pPr indent="0" lvl="0" marL="0" rtl="0" algn="l">
              <a:spcBef>
                <a:spcPts val="1200"/>
              </a:spcBef>
              <a:spcAft>
                <a:spcPts val="1200"/>
              </a:spcAft>
              <a:buNone/>
            </a:pPr>
            <a:r>
              <a:rPr lang="en"/>
              <a:t>Cillum dolore eu fugiat nulla pariatur. Excepteur sint occaecat cupidatat non proident, sunt in culpa qui officia deserunt mollit anim id est laborum.</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9" name="Shape 619"/>
        <p:cNvGrpSpPr/>
        <p:nvPr/>
      </p:nvGrpSpPr>
      <p:grpSpPr>
        <a:xfrm>
          <a:off x="0" y="0"/>
          <a:ext cx="0" cy="0"/>
          <a:chOff x="0" y="0"/>
          <a:chExt cx="0" cy="0"/>
        </a:xfrm>
      </p:grpSpPr>
      <p:sp>
        <p:nvSpPr>
          <p:cNvPr id="620" name="Google Shape;620;p72"/>
          <p:cNvSpPr txBox="1"/>
          <p:nvPr>
            <p:ph type="title"/>
          </p:nvPr>
        </p:nvSpPr>
        <p:spPr>
          <a:xfrm>
            <a:off x="457200" y="45720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Two column icons</a:t>
            </a:r>
            <a:endParaRPr/>
          </a:p>
        </p:txBody>
      </p:sp>
      <p:sp>
        <p:nvSpPr>
          <p:cNvPr id="621" name="Google Shape;621;p72"/>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
        <p:nvSpPr>
          <p:cNvPr id="622" name="Google Shape;622;p72"/>
          <p:cNvSpPr txBox="1"/>
          <p:nvPr>
            <p:ph idx="1" type="body"/>
          </p:nvPr>
        </p:nvSpPr>
        <p:spPr>
          <a:xfrm>
            <a:off x="841250" y="1243575"/>
            <a:ext cx="3648600" cy="2829000"/>
          </a:xfrm>
          <a:prstGeom prst="rect">
            <a:avLst/>
          </a:prstGeom>
        </p:spPr>
        <p:txBody>
          <a:bodyPr anchorCtr="0" anchor="t" bIns="0" lIns="0" spcFirstLastPara="1" rIns="0" wrap="square" tIns="0">
            <a:spAutoFit/>
          </a:bodyPr>
          <a:lstStyle/>
          <a:p>
            <a:pPr indent="0" lvl="0" marL="0" rtl="0" algn="l">
              <a:spcBef>
                <a:spcPts val="0"/>
              </a:spcBef>
              <a:spcAft>
                <a:spcPts val="0"/>
              </a:spcAft>
              <a:buClr>
                <a:schemeClr val="accent6"/>
              </a:buClr>
              <a:buSzPts val="1100"/>
              <a:buFont typeface="Arial"/>
              <a:buNone/>
            </a:pPr>
            <a:r>
              <a:rPr lang="en"/>
              <a:t>Lorem ipsum dolor sit amet, consectetur adipiscing elit, sed do eiusmod tempor incididunt ut labore et dolore magna aliqua. </a:t>
            </a:r>
            <a:endParaRPr/>
          </a:p>
          <a:p>
            <a:pPr indent="-304800" lvl="0" marL="457200" rtl="0" algn="l">
              <a:spcBef>
                <a:spcPts val="1200"/>
              </a:spcBef>
              <a:spcAft>
                <a:spcPts val="0"/>
              </a:spcAft>
              <a:buSzPts val="1200"/>
              <a:buChar char="●"/>
            </a:pPr>
            <a:r>
              <a:rPr lang="en"/>
              <a:t>Ut enim ad minim veniam, quis nostrud exercitation ullamco </a:t>
            </a:r>
            <a:endParaRPr/>
          </a:p>
          <a:p>
            <a:pPr indent="-304800" lvl="0" marL="457200" rtl="0" algn="l">
              <a:spcBef>
                <a:spcPts val="0"/>
              </a:spcBef>
              <a:spcAft>
                <a:spcPts val="0"/>
              </a:spcAft>
              <a:buSzPts val="1200"/>
              <a:buChar char="●"/>
            </a:pPr>
            <a:r>
              <a:rPr lang="en"/>
              <a:t>Laboris nisi ut aliquip ex ea commodo consequat</a:t>
            </a:r>
            <a:endParaRPr/>
          </a:p>
          <a:p>
            <a:pPr indent="-304800" lvl="0" marL="457200" rtl="0" algn="l">
              <a:spcBef>
                <a:spcPts val="0"/>
              </a:spcBef>
              <a:spcAft>
                <a:spcPts val="0"/>
              </a:spcAft>
              <a:buSzPts val="1200"/>
              <a:buChar char="●"/>
            </a:pPr>
            <a:r>
              <a:rPr lang="en"/>
              <a:t>Duis aute irure dolor in reprehenderit in voluptate velit esse</a:t>
            </a:r>
            <a:endParaRPr/>
          </a:p>
          <a:p>
            <a:pPr indent="0" lvl="0" marL="0" rtl="0" algn="l">
              <a:spcBef>
                <a:spcPts val="1200"/>
              </a:spcBef>
              <a:spcAft>
                <a:spcPts val="1200"/>
              </a:spcAft>
              <a:buNone/>
            </a:pPr>
            <a:r>
              <a:rPr lang="en"/>
              <a:t>Cillum dolore eu fugiat nulla pariatur. Excepteur sint occaecat cupidatat non proident, sunt in culpa qui officia deserunt mollit anim id est laborum.</a:t>
            </a:r>
            <a:endParaRPr/>
          </a:p>
        </p:txBody>
      </p:sp>
      <p:sp>
        <p:nvSpPr>
          <p:cNvPr id="623" name="Google Shape;623;p72"/>
          <p:cNvSpPr txBox="1"/>
          <p:nvPr>
            <p:ph idx="2" type="body"/>
          </p:nvPr>
        </p:nvSpPr>
        <p:spPr>
          <a:xfrm>
            <a:off x="5038100" y="1243575"/>
            <a:ext cx="3648600" cy="2829000"/>
          </a:xfrm>
          <a:prstGeom prst="rect">
            <a:avLst/>
          </a:prstGeom>
        </p:spPr>
        <p:txBody>
          <a:bodyPr anchorCtr="0" anchor="t" bIns="0" lIns="0" spcFirstLastPara="1" rIns="0" wrap="square" tIns="0">
            <a:spAutoFit/>
          </a:bodyPr>
          <a:lstStyle/>
          <a:p>
            <a:pPr indent="0" lvl="0" marL="0" rtl="0" algn="l">
              <a:spcBef>
                <a:spcPts val="0"/>
              </a:spcBef>
              <a:spcAft>
                <a:spcPts val="0"/>
              </a:spcAft>
              <a:buClr>
                <a:schemeClr val="accent6"/>
              </a:buClr>
              <a:buSzPts val="1100"/>
              <a:buFont typeface="Arial"/>
              <a:buNone/>
            </a:pPr>
            <a:r>
              <a:rPr lang="en"/>
              <a:t>Lorem ipsum dolor sit amet, consectetur adipiscing elit, sed do eiusmod tempor incididunt ut labore et dolore magna aliqua. </a:t>
            </a:r>
            <a:endParaRPr/>
          </a:p>
          <a:p>
            <a:pPr indent="-304800" lvl="0" marL="457200" rtl="0" algn="l">
              <a:spcBef>
                <a:spcPts val="1200"/>
              </a:spcBef>
              <a:spcAft>
                <a:spcPts val="0"/>
              </a:spcAft>
              <a:buSzPts val="1200"/>
              <a:buChar char="●"/>
            </a:pPr>
            <a:r>
              <a:rPr lang="en"/>
              <a:t>Ut enim ad minim veniam, quis nostrud exercitation ullamco </a:t>
            </a:r>
            <a:endParaRPr/>
          </a:p>
          <a:p>
            <a:pPr indent="-304800" lvl="0" marL="457200" rtl="0" algn="l">
              <a:spcBef>
                <a:spcPts val="0"/>
              </a:spcBef>
              <a:spcAft>
                <a:spcPts val="0"/>
              </a:spcAft>
              <a:buSzPts val="1200"/>
              <a:buChar char="●"/>
            </a:pPr>
            <a:r>
              <a:rPr lang="en"/>
              <a:t>Laboris nisi ut aliquip ex ea commodo consequat</a:t>
            </a:r>
            <a:endParaRPr/>
          </a:p>
          <a:p>
            <a:pPr indent="-304800" lvl="0" marL="457200" rtl="0" algn="l">
              <a:spcBef>
                <a:spcPts val="0"/>
              </a:spcBef>
              <a:spcAft>
                <a:spcPts val="0"/>
              </a:spcAft>
              <a:buSzPts val="1200"/>
              <a:buChar char="●"/>
            </a:pPr>
            <a:r>
              <a:rPr lang="en"/>
              <a:t>Duis aute irure dolor in reprehenderit in voluptate velit esse</a:t>
            </a:r>
            <a:endParaRPr/>
          </a:p>
          <a:p>
            <a:pPr indent="0" lvl="0" marL="0" rtl="0" algn="l">
              <a:spcBef>
                <a:spcPts val="1200"/>
              </a:spcBef>
              <a:spcAft>
                <a:spcPts val="1200"/>
              </a:spcAft>
              <a:buNone/>
            </a:pPr>
            <a:r>
              <a:rPr lang="en"/>
              <a:t>Cillum dolore eu fugiat nulla pariatur. Excepteur sint occaecat cupidatat non proident, sunt in culpa qui officia deserunt mollit anim id est laborum.</a:t>
            </a:r>
            <a:endParaRPr/>
          </a:p>
        </p:txBody>
      </p:sp>
      <p:pic>
        <p:nvPicPr>
          <p:cNvPr id="624" name="Google Shape;624;p72" title="person_search.png"/>
          <p:cNvPicPr preferRelativeResize="0"/>
          <p:nvPr/>
        </p:nvPicPr>
        <p:blipFill rotWithShape="1">
          <a:blip r:embed="rId3">
            <a:alphaModFix/>
          </a:blip>
          <a:srcRect b="0" l="0" r="0" t="0"/>
          <a:stretch/>
        </p:blipFill>
        <p:spPr>
          <a:xfrm>
            <a:off x="457200" y="1198813"/>
            <a:ext cx="274320" cy="274320"/>
          </a:xfrm>
          <a:prstGeom prst="rect">
            <a:avLst/>
          </a:prstGeom>
          <a:noFill/>
          <a:ln>
            <a:noFill/>
          </a:ln>
        </p:spPr>
      </p:pic>
      <p:pic>
        <p:nvPicPr>
          <p:cNvPr id="625" name="Google Shape;625;p72" title="nat.png"/>
          <p:cNvPicPr preferRelativeResize="0"/>
          <p:nvPr/>
        </p:nvPicPr>
        <p:blipFill rotWithShape="1">
          <a:blip r:embed="rId4">
            <a:alphaModFix/>
          </a:blip>
          <a:srcRect b="0" l="0" r="0" t="0"/>
          <a:stretch/>
        </p:blipFill>
        <p:spPr>
          <a:xfrm>
            <a:off x="4654288" y="1198813"/>
            <a:ext cx="274320" cy="27432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2" name="Shape 682"/>
        <p:cNvGrpSpPr/>
        <p:nvPr/>
      </p:nvGrpSpPr>
      <p:grpSpPr>
        <a:xfrm>
          <a:off x="0" y="0"/>
          <a:ext cx="0" cy="0"/>
          <a:chOff x="0" y="0"/>
          <a:chExt cx="0" cy="0"/>
        </a:xfrm>
      </p:grpSpPr>
      <p:sp>
        <p:nvSpPr>
          <p:cNvPr id="683" name="Google Shape;683;p78"/>
          <p:cNvSpPr txBox="1"/>
          <p:nvPr>
            <p:ph type="title"/>
          </p:nvPr>
        </p:nvSpPr>
        <p:spPr>
          <a:xfrm>
            <a:off x="457200" y="45720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Three column</a:t>
            </a:r>
            <a:endParaRPr/>
          </a:p>
        </p:txBody>
      </p:sp>
      <p:sp>
        <p:nvSpPr>
          <p:cNvPr id="684" name="Google Shape;684;p78"/>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
        <p:nvSpPr>
          <p:cNvPr id="685" name="Google Shape;685;p78"/>
          <p:cNvSpPr txBox="1"/>
          <p:nvPr>
            <p:ph idx="2" type="body"/>
          </p:nvPr>
        </p:nvSpPr>
        <p:spPr>
          <a:xfrm>
            <a:off x="3255300" y="1152475"/>
            <a:ext cx="2633400" cy="2616600"/>
          </a:xfrm>
          <a:prstGeom prst="rect">
            <a:avLst/>
          </a:prstGeom>
        </p:spPr>
        <p:txBody>
          <a:bodyPr anchorCtr="0" anchor="t" bIns="0" lIns="0" spcFirstLastPara="1" rIns="0" wrap="square" tIns="0">
            <a:spAutoFit/>
          </a:bodyPr>
          <a:lstStyle/>
          <a:p>
            <a:pPr indent="0" lvl="0" marL="0" rtl="0" algn="l">
              <a:spcBef>
                <a:spcPts val="0"/>
              </a:spcBef>
              <a:spcAft>
                <a:spcPts val="0"/>
              </a:spcAft>
              <a:buClr>
                <a:schemeClr val="accent6"/>
              </a:buClr>
              <a:buSzPts val="1100"/>
              <a:buFont typeface="Arial"/>
              <a:buNone/>
            </a:pPr>
            <a:r>
              <a:rPr lang="en"/>
              <a:t>Lorem ipsum dolor sit amet, consectetur adipiscing elit, sed do eiusmod tempor incididunt ut labore et dolore magna aliqua. </a:t>
            </a:r>
            <a:endParaRPr/>
          </a:p>
          <a:p>
            <a:pPr indent="-304800" lvl="0" marL="457200" rtl="0" algn="l">
              <a:spcBef>
                <a:spcPts val="1200"/>
              </a:spcBef>
              <a:spcAft>
                <a:spcPts val="0"/>
              </a:spcAft>
              <a:buSzPts val="1200"/>
              <a:buChar char="●"/>
            </a:pPr>
            <a:r>
              <a:rPr lang="en"/>
              <a:t>Ut enim ad minim veniam</a:t>
            </a:r>
            <a:endParaRPr/>
          </a:p>
          <a:p>
            <a:pPr indent="-304800" lvl="0" marL="457200" rtl="0" algn="l">
              <a:spcBef>
                <a:spcPts val="0"/>
              </a:spcBef>
              <a:spcAft>
                <a:spcPts val="0"/>
              </a:spcAft>
              <a:buSzPts val="1200"/>
              <a:buChar char="●"/>
            </a:pPr>
            <a:r>
              <a:rPr lang="en"/>
              <a:t>Quis nostrud exercitation </a:t>
            </a:r>
            <a:endParaRPr/>
          </a:p>
          <a:p>
            <a:pPr indent="-304800" lvl="0" marL="457200" rtl="0" algn="l">
              <a:spcBef>
                <a:spcPts val="0"/>
              </a:spcBef>
              <a:spcAft>
                <a:spcPts val="0"/>
              </a:spcAft>
              <a:buSzPts val="1200"/>
              <a:buChar char="●"/>
            </a:pPr>
            <a:r>
              <a:rPr lang="en"/>
              <a:t>Ullamco laboris nisi ut aliquip </a:t>
            </a:r>
            <a:endParaRPr/>
          </a:p>
          <a:p>
            <a:pPr indent="0" lvl="0" marL="0" rtl="0" algn="l">
              <a:spcBef>
                <a:spcPts val="1200"/>
              </a:spcBef>
              <a:spcAft>
                <a:spcPts val="1200"/>
              </a:spcAft>
              <a:buNone/>
            </a:pPr>
            <a:r>
              <a:rPr lang="en"/>
              <a:t>Ex ea commodo consequat. Duis aute irure dolor in reprehenderit in voluptate velit esse cillum dolore eu fugiat nulla pariatur.</a:t>
            </a:r>
            <a:endParaRPr/>
          </a:p>
        </p:txBody>
      </p:sp>
      <p:sp>
        <p:nvSpPr>
          <p:cNvPr id="686" name="Google Shape;686;p78"/>
          <p:cNvSpPr txBox="1"/>
          <p:nvPr>
            <p:ph idx="1" type="body"/>
          </p:nvPr>
        </p:nvSpPr>
        <p:spPr>
          <a:xfrm>
            <a:off x="457200" y="1152475"/>
            <a:ext cx="2633400" cy="26166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Lorem ipsum dolor sit amet, consectetur adipiscing elit, sed do eiusmod tempor incididunt ut labore et dolore magna aliqua. </a:t>
            </a:r>
            <a:endParaRPr/>
          </a:p>
          <a:p>
            <a:pPr indent="-304800" lvl="0" marL="457200" rtl="0" algn="l">
              <a:spcBef>
                <a:spcPts val="1200"/>
              </a:spcBef>
              <a:spcAft>
                <a:spcPts val="0"/>
              </a:spcAft>
              <a:buSzPts val="1200"/>
              <a:buChar char="●"/>
            </a:pPr>
            <a:r>
              <a:rPr lang="en"/>
              <a:t>Ut enim ad minim veniam</a:t>
            </a:r>
            <a:endParaRPr/>
          </a:p>
          <a:p>
            <a:pPr indent="-304800" lvl="0" marL="457200" rtl="0" algn="l">
              <a:spcBef>
                <a:spcPts val="0"/>
              </a:spcBef>
              <a:spcAft>
                <a:spcPts val="0"/>
              </a:spcAft>
              <a:buSzPts val="1200"/>
              <a:buChar char="●"/>
            </a:pPr>
            <a:r>
              <a:rPr lang="en"/>
              <a:t>Quis nostrud exercitation </a:t>
            </a:r>
            <a:endParaRPr/>
          </a:p>
          <a:p>
            <a:pPr indent="-304800" lvl="0" marL="457200" rtl="0" algn="l">
              <a:spcBef>
                <a:spcPts val="0"/>
              </a:spcBef>
              <a:spcAft>
                <a:spcPts val="0"/>
              </a:spcAft>
              <a:buSzPts val="1200"/>
              <a:buChar char="●"/>
            </a:pPr>
            <a:r>
              <a:rPr lang="en"/>
              <a:t>Ullamco laboris nisi ut aliquip </a:t>
            </a:r>
            <a:endParaRPr/>
          </a:p>
          <a:p>
            <a:pPr indent="0" lvl="0" marL="0" rtl="0" algn="l">
              <a:spcBef>
                <a:spcPts val="1200"/>
              </a:spcBef>
              <a:spcAft>
                <a:spcPts val="1200"/>
              </a:spcAft>
              <a:buNone/>
            </a:pPr>
            <a:r>
              <a:rPr lang="en"/>
              <a:t>Ex ea commodo consequat. Duis aute irure dolor in reprehenderit in voluptate velit esse cillum dolore eu fugiat nulla pariatur.</a:t>
            </a:r>
            <a:endParaRPr/>
          </a:p>
        </p:txBody>
      </p:sp>
      <p:sp>
        <p:nvSpPr>
          <p:cNvPr id="687" name="Google Shape;687;p78"/>
          <p:cNvSpPr txBox="1"/>
          <p:nvPr>
            <p:ph idx="3" type="body"/>
          </p:nvPr>
        </p:nvSpPr>
        <p:spPr>
          <a:xfrm>
            <a:off x="6053400" y="1152475"/>
            <a:ext cx="2633400" cy="2616600"/>
          </a:xfrm>
          <a:prstGeom prst="rect">
            <a:avLst/>
          </a:prstGeom>
        </p:spPr>
        <p:txBody>
          <a:bodyPr anchorCtr="0" anchor="t" bIns="0" lIns="0" spcFirstLastPara="1" rIns="0" wrap="square" tIns="0">
            <a:spAutoFit/>
          </a:bodyPr>
          <a:lstStyle/>
          <a:p>
            <a:pPr indent="0" lvl="0" marL="0" rtl="0" algn="l">
              <a:spcBef>
                <a:spcPts val="0"/>
              </a:spcBef>
              <a:spcAft>
                <a:spcPts val="0"/>
              </a:spcAft>
              <a:buClr>
                <a:schemeClr val="accent6"/>
              </a:buClr>
              <a:buSzPts val="1100"/>
              <a:buFont typeface="Arial"/>
              <a:buNone/>
            </a:pPr>
            <a:r>
              <a:rPr lang="en"/>
              <a:t>Lorem ipsum dolor sit amet, consectetur adipiscing elit, sed do eiusmod tempor incididunt ut labore et dolore magna aliqua. </a:t>
            </a:r>
            <a:endParaRPr/>
          </a:p>
          <a:p>
            <a:pPr indent="-304800" lvl="0" marL="457200" rtl="0" algn="l">
              <a:spcBef>
                <a:spcPts val="1200"/>
              </a:spcBef>
              <a:spcAft>
                <a:spcPts val="0"/>
              </a:spcAft>
              <a:buSzPts val="1200"/>
              <a:buChar char="●"/>
            </a:pPr>
            <a:r>
              <a:rPr lang="en"/>
              <a:t>Ut enim ad minim veniam</a:t>
            </a:r>
            <a:endParaRPr/>
          </a:p>
          <a:p>
            <a:pPr indent="-304800" lvl="0" marL="457200" rtl="0" algn="l">
              <a:spcBef>
                <a:spcPts val="0"/>
              </a:spcBef>
              <a:spcAft>
                <a:spcPts val="0"/>
              </a:spcAft>
              <a:buSzPts val="1200"/>
              <a:buChar char="●"/>
            </a:pPr>
            <a:r>
              <a:rPr lang="en"/>
              <a:t>Quis nostrud exercitation </a:t>
            </a:r>
            <a:endParaRPr/>
          </a:p>
          <a:p>
            <a:pPr indent="-304800" lvl="0" marL="457200" rtl="0" algn="l">
              <a:spcBef>
                <a:spcPts val="0"/>
              </a:spcBef>
              <a:spcAft>
                <a:spcPts val="0"/>
              </a:spcAft>
              <a:buSzPts val="1200"/>
              <a:buChar char="●"/>
            </a:pPr>
            <a:r>
              <a:rPr lang="en"/>
              <a:t>Ullamco laboris nisi ut aliquip </a:t>
            </a:r>
            <a:endParaRPr/>
          </a:p>
          <a:p>
            <a:pPr indent="0" lvl="0" marL="0" rtl="0" algn="l">
              <a:spcBef>
                <a:spcPts val="1200"/>
              </a:spcBef>
              <a:spcAft>
                <a:spcPts val="1200"/>
              </a:spcAft>
              <a:buNone/>
            </a:pPr>
            <a:r>
              <a:rPr lang="en"/>
              <a:t>Ex ea commodo consequat. Duis aute irure dolor in reprehenderit in voluptate velit esse cillum dolore eu fugiat nulla pariatur.</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6" name="Shape 776"/>
        <p:cNvGrpSpPr/>
        <p:nvPr/>
      </p:nvGrpSpPr>
      <p:grpSpPr>
        <a:xfrm>
          <a:off x="0" y="0"/>
          <a:ext cx="0" cy="0"/>
          <a:chOff x="0" y="0"/>
          <a:chExt cx="0" cy="0"/>
        </a:xfrm>
      </p:grpSpPr>
      <p:pic>
        <p:nvPicPr>
          <p:cNvPr id="777" name="Google Shape;777;p86" title="mz-presentation_bkg-isometric_grid-boxes-light.jpg"/>
          <p:cNvPicPr preferRelativeResize="0"/>
          <p:nvPr>
            <p:ph idx="2" type="pic"/>
          </p:nvPr>
        </p:nvPicPr>
        <p:blipFill rotWithShape="1">
          <a:blip r:embed="rId3">
            <a:alphaModFix/>
          </a:blip>
          <a:srcRect b="0" l="0" r="0" t="8801"/>
          <a:stretch/>
        </p:blipFill>
        <p:spPr>
          <a:xfrm>
            <a:off x="-150" y="0"/>
            <a:ext cx="9144300" cy="4690800"/>
          </a:xfrm>
          <a:prstGeom prst="rect">
            <a:avLst/>
          </a:prstGeom>
        </p:spPr>
      </p:pic>
      <p:sp>
        <p:nvSpPr>
          <p:cNvPr id="778" name="Google Shape;778;p86"/>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t>‹#›</a:t>
            </a:fld>
            <a:endParaRPr/>
          </a:p>
        </p:txBody>
      </p:sp>
      <p:sp>
        <p:nvSpPr>
          <p:cNvPr id="779" name="Google Shape;779;p86"/>
          <p:cNvSpPr txBox="1"/>
          <p:nvPr>
            <p:ph type="title"/>
          </p:nvPr>
        </p:nvSpPr>
        <p:spPr>
          <a:xfrm>
            <a:off x="0" y="0"/>
            <a:ext cx="9144300" cy="2569500"/>
          </a:xfrm>
          <a:prstGeom prst="rect">
            <a:avLst/>
          </a:prstGeom>
          <a:gradFill>
            <a:gsLst>
              <a:gs pos="0">
                <a:schemeClr val="dk1"/>
              </a:gs>
              <a:gs pos="25000">
                <a:schemeClr val="dk1"/>
              </a:gs>
              <a:gs pos="50000">
                <a:srgbClr val="FFFFFF">
                  <a:alpha val="90196"/>
                </a:srgbClr>
              </a:gs>
              <a:gs pos="75000">
                <a:srgbClr val="FFFFFF">
                  <a:alpha val="60000"/>
                </a:srgbClr>
              </a:gs>
              <a:gs pos="100000">
                <a:srgbClr val="FFFFFF">
                  <a:alpha val="0"/>
                </a:srgbClr>
              </a:gs>
            </a:gsLst>
            <a:lin ang="5400012" scaled="0"/>
          </a:gradFill>
        </p:spPr>
        <p:txBody>
          <a:bodyPr anchorCtr="0" anchor="t" bIns="91425" lIns="91425" spcFirstLastPara="1" rIns="91425" wrap="square" tIns="457200">
            <a:noAutofit/>
          </a:bodyPr>
          <a:lstStyle/>
          <a:p>
            <a:pPr indent="0" lvl="0" marL="0" rtl="0" algn="ctr">
              <a:spcBef>
                <a:spcPts val="0"/>
              </a:spcBef>
              <a:spcAft>
                <a:spcPts val="0"/>
              </a:spcAft>
              <a:buNone/>
            </a:pPr>
            <a:r>
              <a:rPr lang="en"/>
              <a:t>Image full</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1" name="Shape 851"/>
        <p:cNvGrpSpPr/>
        <p:nvPr/>
      </p:nvGrpSpPr>
      <p:grpSpPr>
        <a:xfrm>
          <a:off x="0" y="0"/>
          <a:ext cx="0" cy="0"/>
          <a:chOff x="0" y="0"/>
          <a:chExt cx="0" cy="0"/>
        </a:xfrm>
      </p:grpSpPr>
      <p:sp>
        <p:nvSpPr>
          <p:cNvPr id="852" name="Google Shape;852;p92"/>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pic>
        <p:nvPicPr>
          <p:cNvPr id="853" name="Google Shape;853;p92" title="mz-presentation_bkg-isometric_grid-boxes-light.jpg"/>
          <p:cNvPicPr preferRelativeResize="0"/>
          <p:nvPr>
            <p:ph idx="2" type="pic"/>
          </p:nvPr>
        </p:nvPicPr>
        <p:blipFill rotWithShape="1">
          <a:blip r:embed="rId3">
            <a:alphaModFix/>
          </a:blip>
          <a:srcRect b="0" l="20175" r="20169" t="0"/>
          <a:stretch/>
        </p:blipFill>
        <p:spPr>
          <a:xfrm>
            <a:off x="4654125" y="454950"/>
            <a:ext cx="4489800" cy="4233600"/>
          </a:xfrm>
          <a:prstGeom prst="roundRect">
            <a:avLst>
              <a:gd fmla="val 0" name="adj"/>
            </a:avLst>
          </a:prstGeom>
        </p:spPr>
      </p:pic>
      <p:sp>
        <p:nvSpPr>
          <p:cNvPr id="854" name="Google Shape;854;p92"/>
          <p:cNvSpPr txBox="1"/>
          <p:nvPr>
            <p:ph type="title"/>
          </p:nvPr>
        </p:nvSpPr>
        <p:spPr>
          <a:xfrm>
            <a:off x="457200" y="457200"/>
            <a:ext cx="4032600" cy="9267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Image right</a:t>
            </a:r>
            <a:endParaRPr/>
          </a:p>
        </p:txBody>
      </p:sp>
      <p:sp>
        <p:nvSpPr>
          <p:cNvPr id="855" name="Google Shape;855;p92"/>
          <p:cNvSpPr txBox="1"/>
          <p:nvPr>
            <p:ph idx="1" type="body"/>
          </p:nvPr>
        </p:nvSpPr>
        <p:spPr>
          <a:xfrm>
            <a:off x="457200" y="1615450"/>
            <a:ext cx="4032600" cy="26166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Lorem ipsum dolor sit amet, consectetur adipiscing elit, sed do eiusmod tempor incididunt ut labore et dolore magna aliqua. </a:t>
            </a:r>
            <a:endParaRPr/>
          </a:p>
          <a:p>
            <a:pPr indent="-304800" lvl="0" marL="457200" rtl="0" algn="l">
              <a:spcBef>
                <a:spcPts val="1200"/>
              </a:spcBef>
              <a:spcAft>
                <a:spcPts val="0"/>
              </a:spcAft>
              <a:buSzPts val="1200"/>
              <a:buChar char="●"/>
            </a:pPr>
            <a:r>
              <a:rPr lang="en"/>
              <a:t>Ut enim ad minim veniam, quis nostrud exercitation ullamco </a:t>
            </a:r>
            <a:endParaRPr/>
          </a:p>
          <a:p>
            <a:pPr indent="-304800" lvl="0" marL="457200" rtl="0" algn="l">
              <a:spcBef>
                <a:spcPts val="0"/>
              </a:spcBef>
              <a:spcAft>
                <a:spcPts val="0"/>
              </a:spcAft>
              <a:buSzPts val="1200"/>
              <a:buChar char="●"/>
            </a:pPr>
            <a:r>
              <a:rPr lang="en"/>
              <a:t>Laboris nisi ut aliquip ex ea commodo consequat</a:t>
            </a:r>
            <a:endParaRPr/>
          </a:p>
          <a:p>
            <a:pPr indent="-304800" lvl="0" marL="457200" rtl="0" algn="l">
              <a:spcBef>
                <a:spcPts val="0"/>
              </a:spcBef>
              <a:spcAft>
                <a:spcPts val="0"/>
              </a:spcAft>
              <a:buSzPts val="1200"/>
              <a:buChar char="●"/>
            </a:pPr>
            <a:r>
              <a:rPr lang="en"/>
              <a:t>Duis aute irure dolor in reprehenderit in voluptate velit esse</a:t>
            </a:r>
            <a:endParaRPr/>
          </a:p>
          <a:p>
            <a:pPr indent="0" lvl="0" marL="0" rtl="0" algn="l">
              <a:spcBef>
                <a:spcPts val="1200"/>
              </a:spcBef>
              <a:spcAft>
                <a:spcPts val="1200"/>
              </a:spcAft>
              <a:buNone/>
            </a:pPr>
            <a:r>
              <a:rPr lang="en"/>
              <a:t>Cillum dolore eu fugiat nulla pariatur. Excepteur sint occaecat cupidatat non proident, sunt in culpa qui officia deserunt mollit anim id est laborum.</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94"/>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pic>
        <p:nvPicPr>
          <p:cNvPr id="869" name="Google Shape;869;p94" title="mz-presentation_bkg-isometric_grid-boxes-light.jpg"/>
          <p:cNvPicPr preferRelativeResize="0"/>
          <p:nvPr>
            <p:ph idx="2" type="pic"/>
          </p:nvPr>
        </p:nvPicPr>
        <p:blipFill rotWithShape="1">
          <a:blip r:embed="rId3">
            <a:alphaModFix/>
          </a:blip>
          <a:srcRect b="0" l="20175" r="20169" t="0"/>
          <a:stretch/>
        </p:blipFill>
        <p:spPr>
          <a:xfrm>
            <a:off x="0" y="457200"/>
            <a:ext cx="4489800" cy="4233600"/>
          </a:xfrm>
          <a:prstGeom prst="roundRect">
            <a:avLst>
              <a:gd fmla="val 0" name="adj"/>
            </a:avLst>
          </a:prstGeom>
        </p:spPr>
      </p:pic>
      <p:sp>
        <p:nvSpPr>
          <p:cNvPr id="870" name="Google Shape;870;p94"/>
          <p:cNvSpPr txBox="1"/>
          <p:nvPr>
            <p:ph type="title"/>
          </p:nvPr>
        </p:nvSpPr>
        <p:spPr>
          <a:xfrm>
            <a:off x="4654300" y="457200"/>
            <a:ext cx="4032600" cy="9267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Image left</a:t>
            </a:r>
            <a:endParaRPr/>
          </a:p>
        </p:txBody>
      </p:sp>
      <p:sp>
        <p:nvSpPr>
          <p:cNvPr id="871" name="Google Shape;871;p94"/>
          <p:cNvSpPr txBox="1"/>
          <p:nvPr>
            <p:ph idx="1" type="body"/>
          </p:nvPr>
        </p:nvSpPr>
        <p:spPr>
          <a:xfrm>
            <a:off x="4654300" y="1615450"/>
            <a:ext cx="4032600" cy="2616600"/>
          </a:xfrm>
          <a:prstGeom prst="rect">
            <a:avLst/>
          </a:prstGeom>
        </p:spPr>
        <p:txBody>
          <a:bodyPr anchorCtr="0" anchor="t" bIns="0" lIns="0" spcFirstLastPara="1" rIns="0" wrap="square" tIns="0">
            <a:spAutoFit/>
          </a:bodyPr>
          <a:lstStyle/>
          <a:p>
            <a:pPr indent="0" lvl="0" marL="0" rtl="0" algn="l">
              <a:spcBef>
                <a:spcPts val="0"/>
              </a:spcBef>
              <a:spcAft>
                <a:spcPts val="0"/>
              </a:spcAft>
              <a:buClr>
                <a:schemeClr val="accent6"/>
              </a:buClr>
              <a:buSzPts val="1100"/>
              <a:buFont typeface="Arial"/>
              <a:buNone/>
            </a:pPr>
            <a:r>
              <a:rPr lang="en"/>
              <a:t>Lorem ipsum dolor sit amet, consectetur adipiscing elit, sed do eiusmod tempor incididunt ut labore et dolore magna aliqua. </a:t>
            </a:r>
            <a:endParaRPr/>
          </a:p>
          <a:p>
            <a:pPr indent="-304800" lvl="0" marL="457200" rtl="0" algn="l">
              <a:spcBef>
                <a:spcPts val="1200"/>
              </a:spcBef>
              <a:spcAft>
                <a:spcPts val="0"/>
              </a:spcAft>
              <a:buSzPts val="1200"/>
              <a:buChar char="●"/>
            </a:pPr>
            <a:r>
              <a:rPr lang="en"/>
              <a:t>Ut enim ad minim veniam, quis nostrud exercitation ullamco </a:t>
            </a:r>
            <a:endParaRPr/>
          </a:p>
          <a:p>
            <a:pPr indent="-304800" lvl="0" marL="457200" rtl="0" algn="l">
              <a:spcBef>
                <a:spcPts val="0"/>
              </a:spcBef>
              <a:spcAft>
                <a:spcPts val="0"/>
              </a:spcAft>
              <a:buSzPts val="1200"/>
              <a:buChar char="●"/>
            </a:pPr>
            <a:r>
              <a:rPr lang="en"/>
              <a:t>Laboris nisi ut aliquip ex ea commodo consequat</a:t>
            </a:r>
            <a:endParaRPr/>
          </a:p>
          <a:p>
            <a:pPr indent="-304800" lvl="0" marL="457200" rtl="0" algn="l">
              <a:spcBef>
                <a:spcPts val="0"/>
              </a:spcBef>
              <a:spcAft>
                <a:spcPts val="0"/>
              </a:spcAft>
              <a:buSzPts val="1200"/>
              <a:buChar char="●"/>
            </a:pPr>
            <a:r>
              <a:rPr lang="en"/>
              <a:t>Duis aute irure dolor in reprehenderit in voluptate velit esse</a:t>
            </a:r>
            <a:endParaRPr/>
          </a:p>
          <a:p>
            <a:pPr indent="0" lvl="0" marL="0" rtl="0" algn="l">
              <a:spcBef>
                <a:spcPts val="1200"/>
              </a:spcBef>
              <a:spcAft>
                <a:spcPts val="1200"/>
              </a:spcAft>
              <a:buNone/>
            </a:pPr>
            <a:r>
              <a:rPr lang="en"/>
              <a:t>Cillum dolore eu fugiat nulla pariatur. Excepteur sint occaecat cupidatat non proident, sunt in culpa qui officia deserunt mollit anim id est laborum.</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3" name="Shape 883"/>
        <p:cNvGrpSpPr/>
        <p:nvPr/>
      </p:nvGrpSpPr>
      <p:grpSpPr>
        <a:xfrm>
          <a:off x="0" y="0"/>
          <a:ext cx="0" cy="0"/>
          <a:chOff x="0" y="0"/>
          <a:chExt cx="0" cy="0"/>
        </a:xfrm>
      </p:grpSpPr>
      <p:sp>
        <p:nvSpPr>
          <p:cNvPr id="884" name="Google Shape;884;p96"/>
          <p:cNvSpPr txBox="1"/>
          <p:nvPr>
            <p:ph type="title"/>
          </p:nvPr>
        </p:nvSpPr>
        <p:spPr>
          <a:xfrm>
            <a:off x="1691650" y="762000"/>
            <a:ext cx="6460200" cy="2926200"/>
          </a:xfrm>
          <a:prstGeom prst="rect">
            <a:avLst/>
          </a:prstGeom>
        </p:spPr>
        <p:txBody>
          <a:bodyPr anchorCtr="0" anchor="ctr" bIns="0" lIns="0" spcFirstLastPara="1" rIns="0" wrap="square" tIns="0">
            <a:normAutofit/>
          </a:bodyPr>
          <a:lstStyle/>
          <a:p>
            <a:pPr indent="0" lvl="0" marL="0" rtl="0" algn="l">
              <a:spcBef>
                <a:spcPts val="0"/>
              </a:spcBef>
              <a:spcAft>
                <a:spcPts val="0"/>
              </a:spcAft>
              <a:buNone/>
            </a:pPr>
            <a:r>
              <a:rPr lang="en"/>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a:t>
            </a:r>
            <a:endParaRPr/>
          </a:p>
        </p:txBody>
      </p:sp>
      <p:sp>
        <p:nvSpPr>
          <p:cNvPr id="885" name="Google Shape;885;p96"/>
          <p:cNvSpPr txBox="1"/>
          <p:nvPr>
            <p:ph idx="1" type="subTitle"/>
          </p:nvPr>
        </p:nvSpPr>
        <p:spPr>
          <a:xfrm>
            <a:off x="1691650" y="3764400"/>
            <a:ext cx="6460200" cy="457200"/>
          </a:xfrm>
          <a:prstGeom prst="rect">
            <a:avLst/>
          </a:prstGeom>
        </p:spPr>
        <p:txBody>
          <a:bodyPr anchorCtr="0" anchor="b" bIns="0" lIns="0" spcFirstLastPara="1" rIns="0" wrap="square" tIns="0">
            <a:normAutofit/>
          </a:bodyPr>
          <a:lstStyle/>
          <a:p>
            <a:pPr indent="0" lvl="0" marL="0" rtl="0" algn="l">
              <a:spcBef>
                <a:spcPts val="0"/>
              </a:spcBef>
              <a:spcAft>
                <a:spcPts val="1200"/>
              </a:spcAft>
              <a:buNone/>
            </a:pPr>
            <a:r>
              <a:rPr lang="en"/>
              <a:t>— Firstname Lastname</a:t>
            </a:r>
            <a:br>
              <a:rPr lang="en"/>
            </a:br>
            <a:r>
              <a:rPr lang="en" sz="800">
                <a:solidFill>
                  <a:schemeClr val="lt1"/>
                </a:solidFill>
              </a:rPr>
              <a:t>Job Title</a:t>
            </a:r>
            <a:endParaRPr/>
          </a:p>
        </p:txBody>
      </p:sp>
      <p:sp>
        <p:nvSpPr>
          <p:cNvPr id="886" name="Google Shape;886;p96"/>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t>‹#›</a:t>
            </a:fld>
            <a:endParaRPr/>
          </a:p>
        </p:txBody>
      </p:sp>
      <p:pic>
        <p:nvPicPr>
          <p:cNvPr id="887" name="Google Shape;887;p96" title="logoipsum-385.png"/>
          <p:cNvPicPr preferRelativeResize="0"/>
          <p:nvPr/>
        </p:nvPicPr>
        <p:blipFill>
          <a:blip r:embed="rId3">
            <a:alphaModFix/>
          </a:blip>
          <a:stretch>
            <a:fillRect/>
          </a:stretch>
        </p:blipFill>
        <p:spPr>
          <a:xfrm>
            <a:off x="7190225" y="3901560"/>
            <a:ext cx="957072" cy="18288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9" name="Shape 919"/>
        <p:cNvGrpSpPr/>
        <p:nvPr/>
      </p:nvGrpSpPr>
      <p:grpSpPr>
        <a:xfrm>
          <a:off x="0" y="0"/>
          <a:ext cx="0" cy="0"/>
          <a:chOff x="0" y="0"/>
          <a:chExt cx="0" cy="0"/>
        </a:xfrm>
      </p:grpSpPr>
      <p:sp>
        <p:nvSpPr>
          <p:cNvPr id="920" name="Google Shape;920;p100"/>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
        <p:nvSpPr>
          <p:cNvPr id="921" name="Google Shape;921;p100"/>
          <p:cNvSpPr txBox="1"/>
          <p:nvPr>
            <p:ph type="title"/>
          </p:nvPr>
        </p:nvSpPr>
        <p:spPr>
          <a:xfrm>
            <a:off x="457200" y="45720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Testimonial</a:t>
            </a:r>
            <a:endParaRPr/>
          </a:p>
        </p:txBody>
      </p:sp>
      <p:sp>
        <p:nvSpPr>
          <p:cNvPr id="922" name="Google Shape;922;p100"/>
          <p:cNvSpPr txBox="1"/>
          <p:nvPr>
            <p:ph idx="1" type="subTitle"/>
          </p:nvPr>
        </p:nvSpPr>
        <p:spPr>
          <a:xfrm>
            <a:off x="841200" y="1308000"/>
            <a:ext cx="3557100" cy="2163600"/>
          </a:xfrm>
          <a:prstGeom prst="rect">
            <a:avLst/>
          </a:prstGeom>
        </p:spPr>
        <p:txBody>
          <a:bodyPr anchorCtr="0" anchor="ctr" bIns="0" lIns="182875" spcFirstLastPara="1" rIns="182875" wrap="square" tIns="182875">
            <a:normAutofit/>
          </a:bodyPr>
          <a:lstStyle/>
          <a:p>
            <a:pPr indent="0" lvl="0" marL="0" rtl="0" algn="l">
              <a:spcBef>
                <a:spcPts val="0"/>
              </a:spcBef>
              <a:spcAft>
                <a:spcPts val="1200"/>
              </a:spcAft>
              <a:buNone/>
            </a:pPr>
            <a:r>
              <a:rPr lang="en"/>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P</a:t>
            </a:r>
            <a:r>
              <a:rPr lang="en"/>
              <a:t>roient</a:t>
            </a:r>
            <a:r>
              <a:rPr lang="en"/>
              <a:t> Excepteur sint occaecat cupidatat non.</a:t>
            </a:r>
            <a:endParaRPr/>
          </a:p>
        </p:txBody>
      </p:sp>
      <p:sp>
        <p:nvSpPr>
          <p:cNvPr id="923" name="Google Shape;923;p100"/>
          <p:cNvSpPr txBox="1"/>
          <p:nvPr>
            <p:ph idx="2" type="subTitle"/>
          </p:nvPr>
        </p:nvSpPr>
        <p:spPr>
          <a:xfrm>
            <a:off x="841200" y="3700200"/>
            <a:ext cx="3557100" cy="533400"/>
          </a:xfrm>
          <a:prstGeom prst="rect">
            <a:avLst/>
          </a:prstGeom>
        </p:spPr>
        <p:txBody>
          <a:bodyPr anchorCtr="0" anchor="t" bIns="182875" lIns="182875" spcFirstLastPara="1" rIns="182875" wrap="square" tIns="0">
            <a:normAutofit/>
          </a:bodyPr>
          <a:lstStyle/>
          <a:p>
            <a:pPr indent="0" lvl="0" marL="0" rtl="0" algn="l">
              <a:spcBef>
                <a:spcPts val="0"/>
              </a:spcBef>
              <a:spcAft>
                <a:spcPts val="1200"/>
              </a:spcAft>
              <a:buNone/>
            </a:pPr>
            <a:r>
              <a:rPr i="1" lang="en">
                <a:latin typeface="Inter"/>
                <a:ea typeface="Inter"/>
                <a:cs typeface="Inter"/>
                <a:sym typeface="Inter"/>
              </a:rPr>
              <a:t>— Firstname Lastname</a:t>
            </a:r>
            <a:br>
              <a:rPr i="1" lang="en">
                <a:latin typeface="Inter"/>
                <a:ea typeface="Inter"/>
                <a:cs typeface="Inter"/>
                <a:sym typeface="Inter"/>
              </a:rPr>
            </a:br>
            <a:r>
              <a:rPr i="1" lang="en" sz="800">
                <a:solidFill>
                  <a:schemeClr val="lt1"/>
                </a:solidFill>
                <a:latin typeface="Inter"/>
                <a:ea typeface="Inter"/>
                <a:cs typeface="Inter"/>
                <a:sym typeface="Inter"/>
              </a:rPr>
              <a:t>Job Title, Company</a:t>
            </a:r>
            <a:endParaRPr i="1" sz="800">
              <a:solidFill>
                <a:schemeClr val="lt1"/>
              </a:solidFill>
              <a:latin typeface="Inter"/>
              <a:ea typeface="Inter"/>
              <a:cs typeface="Inter"/>
              <a:sym typeface="Inter"/>
            </a:endParaRPr>
          </a:p>
        </p:txBody>
      </p:sp>
      <p:sp>
        <p:nvSpPr>
          <p:cNvPr id="924" name="Google Shape;924;p100"/>
          <p:cNvSpPr txBox="1"/>
          <p:nvPr>
            <p:ph idx="3" type="subTitle"/>
          </p:nvPr>
        </p:nvSpPr>
        <p:spPr>
          <a:xfrm>
            <a:off x="5129600" y="1308000"/>
            <a:ext cx="3557100" cy="2163600"/>
          </a:xfrm>
          <a:prstGeom prst="rect">
            <a:avLst/>
          </a:prstGeom>
        </p:spPr>
        <p:txBody>
          <a:bodyPr anchorCtr="0" anchor="ctr" bIns="0" lIns="182875" spcFirstLastPara="1" rIns="182875" wrap="square" tIns="182875">
            <a:normAutofit/>
          </a:bodyPr>
          <a:lstStyle/>
          <a:p>
            <a:pPr indent="0" lvl="0" marL="0" rtl="0" algn="l">
              <a:spcBef>
                <a:spcPts val="0"/>
              </a:spcBef>
              <a:spcAft>
                <a:spcPts val="1200"/>
              </a:spcAft>
              <a:buNone/>
            </a:pPr>
            <a:r>
              <a:rPr lang="en"/>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a:t>
            </a:r>
            <a:r>
              <a:rPr lang="en"/>
              <a:t> Proient Excepteur sint occaecat cupidatat non.</a:t>
            </a:r>
            <a:endParaRPr/>
          </a:p>
        </p:txBody>
      </p:sp>
      <p:sp>
        <p:nvSpPr>
          <p:cNvPr id="925" name="Google Shape;925;p100"/>
          <p:cNvSpPr txBox="1"/>
          <p:nvPr>
            <p:ph idx="4" type="subTitle"/>
          </p:nvPr>
        </p:nvSpPr>
        <p:spPr>
          <a:xfrm>
            <a:off x="5129600" y="3700200"/>
            <a:ext cx="3557100" cy="533400"/>
          </a:xfrm>
          <a:prstGeom prst="rect">
            <a:avLst/>
          </a:prstGeom>
        </p:spPr>
        <p:txBody>
          <a:bodyPr anchorCtr="0" anchor="t" bIns="182875" lIns="182875" spcFirstLastPara="1" rIns="182875" wrap="square" tIns="0">
            <a:normAutofit/>
          </a:bodyPr>
          <a:lstStyle/>
          <a:p>
            <a:pPr indent="0" lvl="0" marL="0" rtl="0" algn="l">
              <a:spcBef>
                <a:spcPts val="0"/>
              </a:spcBef>
              <a:spcAft>
                <a:spcPts val="1200"/>
              </a:spcAft>
              <a:buNone/>
            </a:pPr>
            <a:r>
              <a:rPr i="1" lang="en"/>
              <a:t>— Firstname Lastname</a:t>
            </a:r>
            <a:br>
              <a:rPr i="1" lang="en"/>
            </a:br>
            <a:r>
              <a:rPr i="1" lang="en" sz="800">
                <a:solidFill>
                  <a:schemeClr val="lt1"/>
                </a:solidFill>
              </a:rPr>
              <a:t>Job Title, Company</a:t>
            </a:r>
            <a:endParaRPr i="1">
              <a:solidFill>
                <a:schemeClr val="dk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0" name="Shape 960"/>
        <p:cNvGrpSpPr/>
        <p:nvPr/>
      </p:nvGrpSpPr>
      <p:grpSpPr>
        <a:xfrm>
          <a:off x="0" y="0"/>
          <a:ext cx="0" cy="0"/>
          <a:chOff x="0" y="0"/>
          <a:chExt cx="0" cy="0"/>
        </a:xfrm>
      </p:grpSpPr>
      <p:sp>
        <p:nvSpPr>
          <p:cNvPr id="961" name="Google Shape;961;p104"/>
          <p:cNvSpPr txBox="1"/>
          <p:nvPr>
            <p:ph idx="1" type="subTitle"/>
          </p:nvPr>
        </p:nvSpPr>
        <p:spPr>
          <a:xfrm>
            <a:off x="996700" y="2680025"/>
            <a:ext cx="7150500" cy="529500"/>
          </a:xfrm>
          <a:prstGeom prst="rect">
            <a:avLst/>
          </a:prstGeom>
        </p:spPr>
        <p:txBody>
          <a:bodyPr anchorCtr="0" anchor="t" bIns="0" lIns="0" spcFirstLastPara="1" rIns="0" wrap="square" tIns="0">
            <a:spAutoFit/>
          </a:bodyPr>
          <a:lstStyle/>
          <a:p>
            <a:pPr indent="0" lvl="0" marL="0" rtl="0" algn="ctr">
              <a:spcBef>
                <a:spcPts val="0"/>
              </a:spcBef>
              <a:spcAft>
                <a:spcPts val="1200"/>
              </a:spcAft>
              <a:buNone/>
            </a:pPr>
            <a:r>
              <a:rPr lang="en"/>
              <a:t>Lorem ipsum dolor sit amet, consectetur adipiscing elit, sed do eiusmod tempor incididunt ut labore et dolore magna aliqua.</a:t>
            </a:r>
            <a:endParaRPr/>
          </a:p>
        </p:txBody>
      </p:sp>
      <p:sp>
        <p:nvSpPr>
          <p:cNvPr id="962" name="Google Shape;962;p104"/>
          <p:cNvSpPr txBox="1"/>
          <p:nvPr>
            <p:ph type="title"/>
          </p:nvPr>
        </p:nvSpPr>
        <p:spPr>
          <a:xfrm>
            <a:off x="996700" y="567750"/>
            <a:ext cx="7150500" cy="2112300"/>
          </a:xfrm>
          <a:prstGeom prst="rect">
            <a:avLst/>
          </a:prstGeom>
        </p:spPr>
        <p:txBody>
          <a:bodyPr anchorCtr="0" anchor="b" bIns="0" lIns="0" spcFirstLastPara="1" rIns="0" wrap="square" tIns="0">
            <a:normAutofit/>
          </a:bodyPr>
          <a:lstStyle/>
          <a:p>
            <a:pPr indent="0" lvl="0" marL="0" rtl="0" algn="ctr">
              <a:spcBef>
                <a:spcPts val="0"/>
              </a:spcBef>
              <a:spcAft>
                <a:spcPts val="0"/>
              </a:spcAft>
              <a:buNone/>
            </a:pPr>
            <a:r>
              <a:rPr lang="en"/>
              <a:t>100%</a:t>
            </a:r>
            <a:endParaRPr/>
          </a:p>
        </p:txBody>
      </p:sp>
      <p:sp>
        <p:nvSpPr>
          <p:cNvPr id="963" name="Google Shape;963;p104"/>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981" name="Shape 981"/>
        <p:cNvGrpSpPr/>
        <p:nvPr/>
      </p:nvGrpSpPr>
      <p:grpSpPr>
        <a:xfrm>
          <a:off x="0" y="0"/>
          <a:ext cx="0" cy="0"/>
          <a:chOff x="0" y="0"/>
          <a:chExt cx="0" cy="0"/>
        </a:xfrm>
      </p:grpSpPr>
      <p:sp>
        <p:nvSpPr>
          <p:cNvPr id="982" name="Google Shape;982;p106"/>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
        <p:nvSpPr>
          <p:cNvPr id="983" name="Google Shape;983;p106"/>
          <p:cNvSpPr txBox="1"/>
          <p:nvPr>
            <p:ph type="title"/>
          </p:nvPr>
        </p:nvSpPr>
        <p:spPr>
          <a:xfrm>
            <a:off x="457200" y="45720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Stats</a:t>
            </a:r>
            <a:endParaRPr/>
          </a:p>
        </p:txBody>
      </p:sp>
      <p:sp>
        <p:nvSpPr>
          <p:cNvPr id="984" name="Google Shape;984;p106"/>
          <p:cNvSpPr txBox="1"/>
          <p:nvPr>
            <p:ph idx="1" type="subTitle"/>
          </p:nvPr>
        </p:nvSpPr>
        <p:spPr>
          <a:xfrm>
            <a:off x="457200" y="2146200"/>
            <a:ext cx="4032600" cy="548700"/>
          </a:xfrm>
          <a:prstGeom prst="rect">
            <a:avLst/>
          </a:prstGeom>
        </p:spPr>
        <p:txBody>
          <a:bodyPr anchorCtr="0" anchor="t" bIns="182875" lIns="182875" spcFirstLastPara="1" rIns="182875" wrap="square" tIns="0">
            <a:normAutofit/>
          </a:bodyPr>
          <a:lstStyle/>
          <a:p>
            <a:pPr indent="0" lvl="0" marL="0" rtl="0" algn="l">
              <a:spcBef>
                <a:spcPts val="0"/>
              </a:spcBef>
              <a:spcAft>
                <a:spcPts val="1200"/>
              </a:spcAft>
              <a:buNone/>
            </a:pPr>
            <a:r>
              <a:rPr lang="en"/>
              <a:t>Lorem ipsum dolor sit amet, consectetur adipiscing elit, sed do eiusmod tempor incididunt ut labore et dolore magna.</a:t>
            </a:r>
            <a:endParaRPr/>
          </a:p>
        </p:txBody>
      </p:sp>
      <p:sp>
        <p:nvSpPr>
          <p:cNvPr id="985" name="Google Shape;985;p106"/>
          <p:cNvSpPr txBox="1"/>
          <p:nvPr>
            <p:ph idx="2" type="title"/>
          </p:nvPr>
        </p:nvSpPr>
        <p:spPr>
          <a:xfrm>
            <a:off x="457200" y="1308000"/>
            <a:ext cx="4032600" cy="762000"/>
          </a:xfrm>
          <a:prstGeom prst="rect">
            <a:avLst/>
          </a:prstGeom>
        </p:spPr>
        <p:txBody>
          <a:bodyPr anchorCtr="0" anchor="b" bIns="0" lIns="182875" spcFirstLastPara="1" rIns="182875" wrap="square" tIns="0">
            <a:normAutofit/>
          </a:bodyPr>
          <a:lstStyle/>
          <a:p>
            <a:pPr indent="0" lvl="0" marL="0" rtl="0" algn="l">
              <a:spcBef>
                <a:spcPts val="0"/>
              </a:spcBef>
              <a:spcAft>
                <a:spcPts val="0"/>
              </a:spcAft>
              <a:buNone/>
            </a:pPr>
            <a:r>
              <a:rPr lang="en"/>
              <a:t>100%</a:t>
            </a:r>
            <a:endParaRPr/>
          </a:p>
        </p:txBody>
      </p:sp>
      <p:sp>
        <p:nvSpPr>
          <p:cNvPr id="986" name="Google Shape;986;p106"/>
          <p:cNvSpPr txBox="1"/>
          <p:nvPr>
            <p:ph idx="3" type="subTitle"/>
          </p:nvPr>
        </p:nvSpPr>
        <p:spPr>
          <a:xfrm>
            <a:off x="457200" y="3685500"/>
            <a:ext cx="4032600" cy="548700"/>
          </a:xfrm>
          <a:prstGeom prst="rect">
            <a:avLst/>
          </a:prstGeom>
        </p:spPr>
        <p:txBody>
          <a:bodyPr anchorCtr="0" anchor="t" bIns="182875" lIns="182875" spcFirstLastPara="1" rIns="182875" wrap="square" tIns="0">
            <a:normAutofit/>
          </a:bodyPr>
          <a:lstStyle/>
          <a:p>
            <a:pPr indent="0" lvl="0" marL="0" rtl="0" algn="l">
              <a:spcBef>
                <a:spcPts val="0"/>
              </a:spcBef>
              <a:spcAft>
                <a:spcPts val="1200"/>
              </a:spcAft>
              <a:buNone/>
            </a:pPr>
            <a:r>
              <a:rPr lang="en"/>
              <a:t>Lorem ipsum dolor sit amet, consectetur adipiscing elit, sed do eiusmod tempor incididunt ut labore et dolore magna.</a:t>
            </a:r>
            <a:endParaRPr/>
          </a:p>
        </p:txBody>
      </p:sp>
      <p:sp>
        <p:nvSpPr>
          <p:cNvPr id="987" name="Google Shape;987;p106"/>
          <p:cNvSpPr txBox="1"/>
          <p:nvPr>
            <p:ph idx="4" type="title"/>
          </p:nvPr>
        </p:nvSpPr>
        <p:spPr>
          <a:xfrm>
            <a:off x="457200" y="2847300"/>
            <a:ext cx="4032600" cy="762000"/>
          </a:xfrm>
          <a:prstGeom prst="rect">
            <a:avLst/>
          </a:prstGeom>
        </p:spPr>
        <p:txBody>
          <a:bodyPr anchorCtr="0" anchor="b" bIns="0" lIns="182875" spcFirstLastPara="1" rIns="182875" wrap="square" tIns="0">
            <a:normAutofit/>
          </a:bodyPr>
          <a:lstStyle/>
          <a:p>
            <a:pPr indent="0" lvl="0" marL="0" rtl="0" algn="l">
              <a:spcBef>
                <a:spcPts val="0"/>
              </a:spcBef>
              <a:spcAft>
                <a:spcPts val="0"/>
              </a:spcAft>
              <a:buNone/>
            </a:pPr>
            <a:r>
              <a:rPr lang="en"/>
              <a:t>100%</a:t>
            </a:r>
            <a:endParaRPr/>
          </a:p>
        </p:txBody>
      </p:sp>
      <p:sp>
        <p:nvSpPr>
          <p:cNvPr id="988" name="Google Shape;988;p106"/>
          <p:cNvSpPr txBox="1"/>
          <p:nvPr>
            <p:ph idx="5" type="subTitle"/>
          </p:nvPr>
        </p:nvSpPr>
        <p:spPr>
          <a:xfrm>
            <a:off x="4654200" y="2146200"/>
            <a:ext cx="4032600" cy="548700"/>
          </a:xfrm>
          <a:prstGeom prst="rect">
            <a:avLst/>
          </a:prstGeom>
        </p:spPr>
        <p:txBody>
          <a:bodyPr anchorCtr="0" anchor="t" bIns="182875" lIns="182875" spcFirstLastPara="1" rIns="182875" wrap="square" tIns="0">
            <a:normAutofit/>
          </a:bodyPr>
          <a:lstStyle/>
          <a:p>
            <a:pPr indent="0" lvl="0" marL="0" rtl="0" algn="l">
              <a:spcBef>
                <a:spcPts val="0"/>
              </a:spcBef>
              <a:spcAft>
                <a:spcPts val="1200"/>
              </a:spcAft>
              <a:buNone/>
            </a:pPr>
            <a:r>
              <a:rPr lang="en"/>
              <a:t>Lorem ipsum dolor sit amet, consectetur adipiscing elit, sed do eiusmod tempor incididunt ut labore et dolore magna.</a:t>
            </a:r>
            <a:endParaRPr/>
          </a:p>
        </p:txBody>
      </p:sp>
      <p:sp>
        <p:nvSpPr>
          <p:cNvPr id="989" name="Google Shape;989;p106"/>
          <p:cNvSpPr txBox="1"/>
          <p:nvPr>
            <p:ph idx="6" type="title"/>
          </p:nvPr>
        </p:nvSpPr>
        <p:spPr>
          <a:xfrm>
            <a:off x="4654200" y="1308000"/>
            <a:ext cx="4032600" cy="762000"/>
          </a:xfrm>
          <a:prstGeom prst="rect">
            <a:avLst/>
          </a:prstGeom>
        </p:spPr>
        <p:txBody>
          <a:bodyPr anchorCtr="0" anchor="b" bIns="0" lIns="182875" spcFirstLastPara="1" rIns="182875" wrap="square" tIns="0">
            <a:normAutofit/>
          </a:bodyPr>
          <a:lstStyle/>
          <a:p>
            <a:pPr indent="0" lvl="0" marL="0" rtl="0" algn="l">
              <a:spcBef>
                <a:spcPts val="0"/>
              </a:spcBef>
              <a:spcAft>
                <a:spcPts val="0"/>
              </a:spcAft>
              <a:buNone/>
            </a:pPr>
            <a:r>
              <a:rPr lang="en"/>
              <a:t>100%</a:t>
            </a:r>
            <a:endParaRPr/>
          </a:p>
        </p:txBody>
      </p:sp>
      <p:sp>
        <p:nvSpPr>
          <p:cNvPr id="990" name="Google Shape;990;p106"/>
          <p:cNvSpPr txBox="1"/>
          <p:nvPr>
            <p:ph idx="7" type="subTitle"/>
          </p:nvPr>
        </p:nvSpPr>
        <p:spPr>
          <a:xfrm>
            <a:off x="4654200" y="3685500"/>
            <a:ext cx="4032600" cy="548700"/>
          </a:xfrm>
          <a:prstGeom prst="rect">
            <a:avLst/>
          </a:prstGeom>
        </p:spPr>
        <p:txBody>
          <a:bodyPr anchorCtr="0" anchor="t" bIns="182875" lIns="182875" spcFirstLastPara="1" rIns="182875" wrap="square" tIns="0">
            <a:normAutofit/>
          </a:bodyPr>
          <a:lstStyle/>
          <a:p>
            <a:pPr indent="0" lvl="0" marL="0" rtl="0" algn="l">
              <a:spcBef>
                <a:spcPts val="0"/>
              </a:spcBef>
              <a:spcAft>
                <a:spcPts val="1200"/>
              </a:spcAft>
              <a:buNone/>
            </a:pPr>
            <a:r>
              <a:rPr lang="en"/>
              <a:t>Lorem ipsum dolor sit amet, consectetur adipiscing elit, sed do eiusmod tempor incididunt ut labore et dolore magna.</a:t>
            </a:r>
            <a:endParaRPr/>
          </a:p>
        </p:txBody>
      </p:sp>
      <p:sp>
        <p:nvSpPr>
          <p:cNvPr id="991" name="Google Shape;991;p106"/>
          <p:cNvSpPr txBox="1"/>
          <p:nvPr>
            <p:ph idx="8" type="title"/>
          </p:nvPr>
        </p:nvSpPr>
        <p:spPr>
          <a:xfrm>
            <a:off x="4654200" y="2847300"/>
            <a:ext cx="4032600" cy="762000"/>
          </a:xfrm>
          <a:prstGeom prst="rect">
            <a:avLst/>
          </a:prstGeom>
        </p:spPr>
        <p:txBody>
          <a:bodyPr anchorCtr="0" anchor="b" bIns="0" lIns="182875" spcFirstLastPara="1" rIns="182875" wrap="square" tIns="0">
            <a:normAutofit/>
          </a:bodyPr>
          <a:lstStyle/>
          <a:p>
            <a:pPr indent="0" lvl="0" marL="0" rtl="0" algn="l">
              <a:spcBef>
                <a:spcPts val="0"/>
              </a:spcBef>
              <a:spcAft>
                <a:spcPts val="0"/>
              </a:spcAft>
              <a:buNone/>
            </a:pPr>
            <a:r>
              <a:rPr lang="en"/>
              <a:t>100%</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995" name="Shape 995"/>
        <p:cNvGrpSpPr/>
        <p:nvPr/>
      </p:nvGrpSpPr>
      <p:grpSpPr>
        <a:xfrm>
          <a:off x="0" y="0"/>
          <a:ext cx="0" cy="0"/>
          <a:chOff x="0" y="0"/>
          <a:chExt cx="0" cy="0"/>
        </a:xfrm>
      </p:grpSpPr>
      <p:sp>
        <p:nvSpPr>
          <p:cNvPr id="996" name="Google Shape;996;p107"/>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t>‹#›</a:t>
            </a:fld>
            <a:endParaRPr/>
          </a:p>
        </p:txBody>
      </p:sp>
      <p:sp>
        <p:nvSpPr>
          <p:cNvPr id="997" name="Google Shape;997;p107"/>
          <p:cNvSpPr txBox="1"/>
          <p:nvPr>
            <p:ph type="title"/>
          </p:nvPr>
        </p:nvSpPr>
        <p:spPr>
          <a:xfrm>
            <a:off x="457200" y="45720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Table</a:t>
            </a:r>
            <a:endParaRPr/>
          </a:p>
        </p:txBody>
      </p:sp>
      <p:graphicFrame>
        <p:nvGraphicFramePr>
          <p:cNvPr id="998" name="Google Shape;998;p107"/>
          <p:cNvGraphicFramePr/>
          <p:nvPr/>
        </p:nvGraphicFramePr>
        <p:xfrm>
          <a:off x="457200" y="1116900"/>
          <a:ext cx="3000000" cy="3000000"/>
        </p:xfrm>
        <a:graphic>
          <a:graphicData uri="http://schemas.openxmlformats.org/drawingml/2006/table">
            <a:tbl>
              <a:tblPr>
                <a:noFill/>
                <a:tableStyleId>{4BD8B079-4B57-4066-A3C3-005C280EA072}</a:tableStyleId>
              </a:tblPr>
              <a:tblGrid>
                <a:gridCol w="1645925"/>
                <a:gridCol w="1645925"/>
                <a:gridCol w="1645925"/>
                <a:gridCol w="1645925"/>
                <a:gridCol w="1645925"/>
              </a:tblGrid>
              <a:tr h="100000">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
                      </a:r>
                      <a:endParaRPr sz="1200">
                        <a:solidFill>
                          <a:schemeClr val="dk2"/>
                        </a:solidFill>
                        <a:latin typeface="Inter"/>
                        <a:ea typeface="Inter"/>
                        <a:cs typeface="Inter"/>
                        <a:sym typeface="Inter"/>
                      </a:endParaRPr>
                    </a:p>
                  </a:txBody>
                  <a:tcPr marT="91425" marB="91425" marR="91425" marL="91425" anchor="ctr">
                    <a:lnL cap="flat" cmpd="sng" w="9525">
                      <a:solidFill>
                        <a:srgbClr val="DDD6FE">
                          <a:alpha val="0"/>
                        </a:srgbClr>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rgbClr val="DDD6FE">
                          <a:alpha val="0"/>
                        </a:srgbClr>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tcPr>
                </a:tc>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Top point one</a:t>
                      </a:r>
                      <a:endParaRPr sz="1000">
                        <a:solidFill>
                          <a:schemeClr val="dk2"/>
                        </a:solidFill>
                        <a:latin typeface="Inter"/>
                        <a:ea typeface="Inter"/>
                        <a:cs typeface="Inter"/>
                        <a:sym typeface="Inter"/>
                      </a:endParaRPr>
                    </a:p>
                  </a:txBody>
                  <a:tcPr marT="91425" marB="91425" marR="91425" marL="91425" anchor="ctr">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rgbClr val="DDD6FE">
                          <a:alpha val="0"/>
                        </a:srgbClr>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tcPr>
                </a:tc>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Top point two</a:t>
                      </a:r>
                      <a:endParaRPr sz="1000">
                        <a:solidFill>
                          <a:schemeClr val="dk2"/>
                        </a:solidFill>
                        <a:latin typeface="Inter"/>
                        <a:ea typeface="Inter"/>
                        <a:cs typeface="Inter"/>
                        <a:sym typeface="Inter"/>
                      </a:endParaRPr>
                    </a:p>
                  </a:txBody>
                  <a:tcPr marT="91425" marB="91425" marR="91425" marL="91425" anchor="ctr">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rgbClr val="DDD6FE">
                          <a:alpha val="0"/>
                        </a:srgbClr>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tcPr>
                </a:tc>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Top point four</a:t>
                      </a:r>
                      <a:endParaRPr sz="1000">
                        <a:solidFill>
                          <a:schemeClr val="dk2"/>
                        </a:solidFill>
                        <a:latin typeface="Inter"/>
                        <a:ea typeface="Inter"/>
                        <a:cs typeface="Inter"/>
                        <a:sym typeface="Inter"/>
                      </a:endParaRPr>
                    </a:p>
                  </a:txBody>
                  <a:tcPr marT="91425" marB="91425" marR="91425" marL="91425" anchor="ctr">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rgbClr val="DDD6FE">
                          <a:alpha val="0"/>
                        </a:srgbClr>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solidFill>
                      <a:schemeClr val="lt2"/>
                    </a:solidFill>
                  </a:tcPr>
                </a:tc>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Top point five </a:t>
                      </a:r>
                      <a:endParaRPr sz="1000">
                        <a:solidFill>
                          <a:schemeClr val="dk2"/>
                        </a:solidFill>
                        <a:latin typeface="Inter"/>
                        <a:ea typeface="Inter"/>
                        <a:cs typeface="Inter"/>
                        <a:sym typeface="Inter"/>
                      </a:endParaRPr>
                    </a:p>
                  </a:txBody>
                  <a:tcPr marT="91425" marB="91425" marR="91425" marL="91425" anchor="ctr">
                    <a:lnL cap="flat" cmpd="sng" w="9525">
                      <a:solidFill>
                        <a:schemeClr val="dk1"/>
                      </a:solidFill>
                      <a:prstDash val="solid"/>
                      <a:round/>
                      <a:headEnd len="sm" w="sm" type="none"/>
                      <a:tailEnd len="sm" w="sm" type="none"/>
                    </a:lnL>
                    <a:lnR cap="flat" cmpd="sng" w="9525">
                      <a:solidFill>
                        <a:srgbClr val="DDD6FE">
                          <a:alpha val="0"/>
                        </a:srgbClr>
                      </a:solidFill>
                      <a:prstDash val="solid"/>
                      <a:round/>
                      <a:headEnd len="sm" w="sm" type="none"/>
                      <a:tailEnd len="sm" w="sm" type="none"/>
                    </a:lnR>
                    <a:lnT cap="flat" cmpd="sng" w="9525">
                      <a:solidFill>
                        <a:srgbClr val="DDD6FE">
                          <a:alpha val="0"/>
                        </a:srgbClr>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solidFill>
                      <a:schemeClr val="lt2"/>
                    </a:solidFill>
                  </a:tcPr>
                </a:tc>
              </a:tr>
              <a:tr h="100000">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Side point one</a:t>
                      </a:r>
                      <a:endParaRPr sz="1000">
                        <a:solidFill>
                          <a:schemeClr val="lt1"/>
                        </a:solidFill>
                        <a:latin typeface="Inter"/>
                        <a:ea typeface="Inter"/>
                        <a:cs typeface="Inter"/>
                        <a:sym typeface="Inter"/>
                      </a:endParaRPr>
                    </a:p>
                  </a:txBody>
                  <a:tcPr marT="91425" marB="91425" marR="91425" marL="91425" anchor="ctr">
                    <a:lnL cap="flat" cmpd="sng" w="9525">
                      <a:solidFill>
                        <a:srgbClr val="DDD6FE">
                          <a:alpha val="0"/>
                        </a:srgbClr>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chemeClr val="dk1"/>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1000">
                          <a:solidFill>
                            <a:schemeClr val="lt1"/>
                          </a:solidFill>
                          <a:latin typeface="Inter"/>
                          <a:ea typeface="Inter"/>
                          <a:cs typeface="Inter"/>
                          <a:sym typeface="Inter"/>
                        </a:rPr>
                        <a:t>$200</a:t>
                      </a:r>
                      <a:endParaRPr sz="10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rgbClr val="DDD6FE"/>
                      </a:solidFill>
                      <a:prstDash val="solid"/>
                      <a:round/>
                      <a:headEnd len="sm" w="sm" type="none"/>
                      <a:tailEnd len="sm" w="sm" type="none"/>
                    </a:lnB>
                  </a:tcPr>
                </a:tc>
              </a:tr>
              <a:tr h="100000">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Side point two</a:t>
                      </a:r>
                      <a:endParaRPr sz="1000">
                        <a:solidFill>
                          <a:schemeClr val="lt1"/>
                        </a:solidFill>
                        <a:latin typeface="Inter"/>
                        <a:ea typeface="Inter"/>
                        <a:cs typeface="Inter"/>
                        <a:sym typeface="Inter"/>
                      </a:endParaRPr>
                    </a:p>
                  </a:txBody>
                  <a:tcPr marT="91425" marB="91425" marR="91425" marL="91425" anchor="ctr">
                    <a:lnL cap="flat" cmpd="sng" w="9525">
                      <a:solidFill>
                        <a:srgbClr val="DDD6FE">
                          <a:alpha val="0"/>
                        </a:srgbClr>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chemeClr val="dk1"/>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1000">
                          <a:solidFill>
                            <a:schemeClr val="lt1"/>
                          </a:solidFill>
                          <a:latin typeface="Inter"/>
                          <a:ea typeface="Inter"/>
                          <a:cs typeface="Inter"/>
                          <a:sym typeface="Inter"/>
                        </a:rPr>
                        <a:t>$150</a:t>
                      </a:r>
                      <a:endParaRPr sz="10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r>
              <a:tr h="100000">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Side point three</a:t>
                      </a:r>
                      <a:endParaRPr sz="1000">
                        <a:solidFill>
                          <a:schemeClr val="lt1"/>
                        </a:solidFill>
                        <a:latin typeface="Inter"/>
                        <a:ea typeface="Inter"/>
                        <a:cs typeface="Inter"/>
                        <a:sym typeface="Inter"/>
                      </a:endParaRPr>
                    </a:p>
                  </a:txBody>
                  <a:tcPr marT="91425" marB="91425" marR="91425" marL="91425" anchor="ctr">
                    <a:lnL cap="flat" cmpd="sng" w="9525">
                      <a:solidFill>
                        <a:srgbClr val="DDD6FE">
                          <a:alpha val="0"/>
                        </a:srgbClr>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chemeClr val="dk1"/>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1000">
                          <a:solidFill>
                            <a:schemeClr val="lt1"/>
                          </a:solidFill>
                          <a:latin typeface="Inter"/>
                          <a:ea typeface="Inter"/>
                          <a:cs typeface="Inter"/>
                          <a:sym typeface="Inter"/>
                        </a:rPr>
                        <a:t>$250</a:t>
                      </a:r>
                      <a:endParaRPr sz="10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r>
              <a:tr h="100000">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Side point four</a:t>
                      </a:r>
                      <a:endParaRPr sz="1000">
                        <a:solidFill>
                          <a:schemeClr val="lt1"/>
                        </a:solidFill>
                        <a:latin typeface="Inter"/>
                        <a:ea typeface="Inter"/>
                        <a:cs typeface="Inter"/>
                        <a:sym typeface="Inter"/>
                      </a:endParaRPr>
                    </a:p>
                  </a:txBody>
                  <a:tcPr marT="91425" marB="91425" marR="91425" marL="91425" anchor="ctr">
                    <a:lnL cap="flat" cmpd="sng" w="9525">
                      <a:solidFill>
                        <a:srgbClr val="DDD6FE">
                          <a:alpha val="0"/>
                        </a:srgbClr>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chemeClr val="dk1"/>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1000">
                          <a:solidFill>
                            <a:schemeClr val="lt1"/>
                          </a:solidFill>
                          <a:latin typeface="Inter"/>
                          <a:ea typeface="Inter"/>
                          <a:cs typeface="Inter"/>
                          <a:sym typeface="Inter"/>
                        </a:rPr>
                        <a:t>$300</a:t>
                      </a:r>
                      <a:endParaRPr sz="10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r>
              <a:tr h="100000">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Side point five</a:t>
                      </a:r>
                      <a:endParaRPr sz="1000">
                        <a:solidFill>
                          <a:schemeClr val="lt1"/>
                        </a:solidFill>
                        <a:latin typeface="Inter"/>
                        <a:ea typeface="Inter"/>
                        <a:cs typeface="Inter"/>
                        <a:sym typeface="Inter"/>
                      </a:endParaRPr>
                    </a:p>
                  </a:txBody>
                  <a:tcPr marT="91425" marB="91425" marR="91425" marL="91425" anchor="ctr">
                    <a:lnL cap="flat" cmpd="sng" w="9525">
                      <a:solidFill>
                        <a:srgbClr val="DDD6FE">
                          <a:alpha val="0"/>
                        </a:srgbClr>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chemeClr val="dk1"/>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1000">
                          <a:solidFill>
                            <a:schemeClr val="lt1"/>
                          </a:solidFill>
                          <a:latin typeface="Inter"/>
                          <a:ea typeface="Inter"/>
                          <a:cs typeface="Inter"/>
                          <a:sym typeface="Inter"/>
                        </a:rPr>
                        <a:t>$100</a:t>
                      </a:r>
                      <a:endParaRPr sz="10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32" name="Shape 1032"/>
        <p:cNvGrpSpPr/>
        <p:nvPr/>
      </p:nvGrpSpPr>
      <p:grpSpPr>
        <a:xfrm>
          <a:off x="0" y="0"/>
          <a:ext cx="0" cy="0"/>
          <a:chOff x="0" y="0"/>
          <a:chExt cx="0" cy="0"/>
        </a:xfrm>
      </p:grpSpPr>
      <p:sp>
        <p:nvSpPr>
          <p:cNvPr id="1033" name="Google Shape;1033;p110"/>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
        <p:nvSpPr>
          <p:cNvPr id="1034" name="Google Shape;1034;p110"/>
          <p:cNvSpPr txBox="1"/>
          <p:nvPr>
            <p:ph type="title"/>
          </p:nvPr>
        </p:nvSpPr>
        <p:spPr>
          <a:xfrm>
            <a:off x="457200" y="45720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Timeline</a:t>
            </a:r>
            <a:endParaRPr/>
          </a:p>
        </p:txBody>
      </p:sp>
      <p:sp>
        <p:nvSpPr>
          <p:cNvPr id="1035" name="Google Shape;1035;p110"/>
          <p:cNvSpPr txBox="1"/>
          <p:nvPr/>
        </p:nvSpPr>
        <p:spPr>
          <a:xfrm>
            <a:off x="475500" y="2836125"/>
            <a:ext cx="1938600" cy="215400"/>
          </a:xfrm>
          <a:prstGeom prst="rect">
            <a:avLst/>
          </a:prstGeom>
          <a:noFill/>
          <a:ln>
            <a:noFill/>
          </a:ln>
        </p:spPr>
        <p:txBody>
          <a:bodyPr anchorCtr="0" anchor="t" bIns="0" lIns="0" spcFirstLastPara="1" rIns="0" wrap="square" tIns="0">
            <a:spAutoFit/>
          </a:bodyPr>
          <a:lstStyle/>
          <a:p>
            <a:pPr indent="0" lvl="0" marL="0" rtl="0" algn="ctr">
              <a:lnSpc>
                <a:spcPct val="115000"/>
              </a:lnSpc>
              <a:spcBef>
                <a:spcPts val="0"/>
              </a:spcBef>
              <a:spcAft>
                <a:spcPts val="0"/>
              </a:spcAft>
              <a:buNone/>
            </a:pPr>
            <a:r>
              <a:rPr b="1" lang="en">
                <a:solidFill>
                  <a:schemeClr val="lt1"/>
                </a:solidFill>
                <a:latin typeface="Inter"/>
                <a:ea typeface="Inter"/>
                <a:cs typeface="Inter"/>
                <a:sym typeface="Inter"/>
              </a:rPr>
              <a:t>Lorem Ipsum</a:t>
            </a:r>
            <a:endParaRPr b="1">
              <a:solidFill>
                <a:schemeClr val="lt1"/>
              </a:solidFill>
              <a:latin typeface="Inter"/>
              <a:ea typeface="Inter"/>
              <a:cs typeface="Inter"/>
              <a:sym typeface="Inter"/>
            </a:endParaRPr>
          </a:p>
        </p:txBody>
      </p:sp>
      <p:sp>
        <p:nvSpPr>
          <p:cNvPr id="1036" name="Google Shape;1036;p110"/>
          <p:cNvSpPr txBox="1"/>
          <p:nvPr/>
        </p:nvSpPr>
        <p:spPr>
          <a:xfrm>
            <a:off x="475500" y="3127725"/>
            <a:ext cx="1938600" cy="330900"/>
          </a:xfrm>
          <a:prstGeom prst="rect">
            <a:avLst/>
          </a:prstGeom>
          <a:noFill/>
          <a:ln>
            <a:noFill/>
          </a:ln>
        </p:spPr>
        <p:txBody>
          <a:bodyPr anchorCtr="0" anchor="t" bIns="0" lIns="0" spcFirstLastPara="1" rIns="0" wrap="square" tIns="0">
            <a:spAutoFit/>
          </a:bodyPr>
          <a:lstStyle/>
          <a:p>
            <a:pPr indent="0" lvl="0" marL="0" rtl="0" algn="ctr">
              <a:lnSpc>
                <a:spcPct val="115000"/>
              </a:lnSpc>
              <a:spcBef>
                <a:spcPts val="0"/>
              </a:spcBef>
              <a:spcAft>
                <a:spcPts val="0"/>
              </a:spcAft>
              <a:buNone/>
            </a:pPr>
            <a:r>
              <a:rPr lang="en" sz="1000">
                <a:solidFill>
                  <a:schemeClr val="lt1"/>
                </a:solidFill>
                <a:latin typeface="Inter"/>
                <a:ea typeface="Inter"/>
                <a:cs typeface="Inter"/>
                <a:sym typeface="Inter"/>
              </a:rPr>
              <a:t>Description of the text, text of the description</a:t>
            </a:r>
            <a:endParaRPr sz="1000">
              <a:solidFill>
                <a:schemeClr val="lt1"/>
              </a:solidFill>
              <a:latin typeface="Inter"/>
              <a:ea typeface="Inter"/>
              <a:cs typeface="Inter"/>
              <a:sym typeface="Inter"/>
            </a:endParaRPr>
          </a:p>
        </p:txBody>
      </p:sp>
      <p:sp>
        <p:nvSpPr>
          <p:cNvPr id="1037" name="Google Shape;1037;p110"/>
          <p:cNvSpPr txBox="1"/>
          <p:nvPr/>
        </p:nvSpPr>
        <p:spPr>
          <a:xfrm>
            <a:off x="2560275" y="2836125"/>
            <a:ext cx="1938600" cy="215400"/>
          </a:xfrm>
          <a:prstGeom prst="rect">
            <a:avLst/>
          </a:prstGeom>
          <a:noFill/>
          <a:ln>
            <a:noFill/>
          </a:ln>
        </p:spPr>
        <p:txBody>
          <a:bodyPr anchorCtr="0" anchor="t" bIns="0" lIns="0" spcFirstLastPara="1" rIns="0" wrap="square" tIns="0">
            <a:spAutoFit/>
          </a:bodyPr>
          <a:lstStyle/>
          <a:p>
            <a:pPr indent="0" lvl="0" marL="0" rtl="0" algn="ctr">
              <a:lnSpc>
                <a:spcPct val="115000"/>
              </a:lnSpc>
              <a:spcBef>
                <a:spcPts val="0"/>
              </a:spcBef>
              <a:spcAft>
                <a:spcPts val="0"/>
              </a:spcAft>
              <a:buNone/>
            </a:pPr>
            <a:r>
              <a:rPr b="1" lang="en">
                <a:solidFill>
                  <a:schemeClr val="lt1"/>
                </a:solidFill>
                <a:latin typeface="Inter"/>
                <a:ea typeface="Inter"/>
                <a:cs typeface="Inter"/>
                <a:sym typeface="Inter"/>
              </a:rPr>
              <a:t>Lorem Ipsum</a:t>
            </a:r>
            <a:endParaRPr b="1">
              <a:solidFill>
                <a:schemeClr val="lt1"/>
              </a:solidFill>
              <a:latin typeface="Inter"/>
              <a:ea typeface="Inter"/>
              <a:cs typeface="Inter"/>
              <a:sym typeface="Inter"/>
            </a:endParaRPr>
          </a:p>
        </p:txBody>
      </p:sp>
      <p:sp>
        <p:nvSpPr>
          <p:cNvPr id="1038" name="Google Shape;1038;p110"/>
          <p:cNvSpPr txBox="1"/>
          <p:nvPr/>
        </p:nvSpPr>
        <p:spPr>
          <a:xfrm>
            <a:off x="2560275" y="3127725"/>
            <a:ext cx="1938600" cy="330900"/>
          </a:xfrm>
          <a:prstGeom prst="rect">
            <a:avLst/>
          </a:prstGeom>
          <a:noFill/>
          <a:ln>
            <a:noFill/>
          </a:ln>
        </p:spPr>
        <p:txBody>
          <a:bodyPr anchorCtr="0" anchor="t" bIns="0" lIns="0" spcFirstLastPara="1" rIns="0" wrap="square" tIns="0">
            <a:spAutoFit/>
          </a:bodyPr>
          <a:lstStyle/>
          <a:p>
            <a:pPr indent="0" lvl="0" marL="0" rtl="0" algn="ctr">
              <a:lnSpc>
                <a:spcPct val="115000"/>
              </a:lnSpc>
              <a:spcBef>
                <a:spcPts val="0"/>
              </a:spcBef>
              <a:spcAft>
                <a:spcPts val="0"/>
              </a:spcAft>
              <a:buNone/>
            </a:pPr>
            <a:r>
              <a:rPr lang="en" sz="1000">
                <a:solidFill>
                  <a:schemeClr val="lt1"/>
                </a:solidFill>
                <a:latin typeface="Inter"/>
                <a:ea typeface="Inter"/>
                <a:cs typeface="Inter"/>
                <a:sym typeface="Inter"/>
              </a:rPr>
              <a:t>Description of the text, text of the description</a:t>
            </a:r>
            <a:endParaRPr sz="1000">
              <a:solidFill>
                <a:schemeClr val="lt1"/>
              </a:solidFill>
              <a:latin typeface="Inter"/>
              <a:ea typeface="Inter"/>
              <a:cs typeface="Inter"/>
              <a:sym typeface="Inter"/>
            </a:endParaRPr>
          </a:p>
        </p:txBody>
      </p:sp>
      <p:sp>
        <p:nvSpPr>
          <p:cNvPr id="1039" name="Google Shape;1039;p110"/>
          <p:cNvSpPr txBox="1"/>
          <p:nvPr/>
        </p:nvSpPr>
        <p:spPr>
          <a:xfrm>
            <a:off x="6729925" y="2836125"/>
            <a:ext cx="1938600" cy="215400"/>
          </a:xfrm>
          <a:prstGeom prst="rect">
            <a:avLst/>
          </a:prstGeom>
          <a:noFill/>
          <a:ln>
            <a:noFill/>
          </a:ln>
        </p:spPr>
        <p:txBody>
          <a:bodyPr anchorCtr="0" anchor="t" bIns="0" lIns="0" spcFirstLastPara="1" rIns="0" wrap="square" tIns="0">
            <a:spAutoFit/>
          </a:bodyPr>
          <a:lstStyle/>
          <a:p>
            <a:pPr indent="0" lvl="0" marL="0" rtl="0" algn="ctr">
              <a:lnSpc>
                <a:spcPct val="115000"/>
              </a:lnSpc>
              <a:spcBef>
                <a:spcPts val="0"/>
              </a:spcBef>
              <a:spcAft>
                <a:spcPts val="0"/>
              </a:spcAft>
              <a:buNone/>
            </a:pPr>
            <a:r>
              <a:rPr b="1" lang="en">
                <a:solidFill>
                  <a:schemeClr val="dk2"/>
                </a:solidFill>
                <a:latin typeface="Inter"/>
                <a:ea typeface="Inter"/>
                <a:cs typeface="Inter"/>
                <a:sym typeface="Inter"/>
              </a:rPr>
              <a:t>Lorem Ipsum</a:t>
            </a:r>
            <a:endParaRPr b="1">
              <a:solidFill>
                <a:schemeClr val="dk2"/>
              </a:solidFill>
              <a:latin typeface="Inter"/>
              <a:ea typeface="Inter"/>
              <a:cs typeface="Inter"/>
              <a:sym typeface="Inter"/>
            </a:endParaRPr>
          </a:p>
        </p:txBody>
      </p:sp>
      <p:sp>
        <p:nvSpPr>
          <p:cNvPr id="1040" name="Google Shape;1040;p110"/>
          <p:cNvSpPr txBox="1"/>
          <p:nvPr/>
        </p:nvSpPr>
        <p:spPr>
          <a:xfrm>
            <a:off x="6729925" y="3127725"/>
            <a:ext cx="1938600" cy="330900"/>
          </a:xfrm>
          <a:prstGeom prst="rect">
            <a:avLst/>
          </a:prstGeom>
          <a:noFill/>
          <a:ln>
            <a:noFill/>
          </a:ln>
        </p:spPr>
        <p:txBody>
          <a:bodyPr anchorCtr="0" anchor="t" bIns="0" lIns="0" spcFirstLastPara="1" rIns="0" wrap="square" tIns="0">
            <a:spAutoFit/>
          </a:bodyPr>
          <a:lstStyle/>
          <a:p>
            <a:pPr indent="0" lvl="0" marL="0" rtl="0" algn="ctr">
              <a:lnSpc>
                <a:spcPct val="115000"/>
              </a:lnSpc>
              <a:spcBef>
                <a:spcPts val="0"/>
              </a:spcBef>
              <a:spcAft>
                <a:spcPts val="0"/>
              </a:spcAft>
              <a:buNone/>
            </a:pPr>
            <a:r>
              <a:rPr lang="en" sz="1000">
                <a:solidFill>
                  <a:schemeClr val="lt1"/>
                </a:solidFill>
                <a:latin typeface="Inter"/>
                <a:ea typeface="Inter"/>
                <a:cs typeface="Inter"/>
                <a:sym typeface="Inter"/>
              </a:rPr>
              <a:t>Description of the text, text of the description</a:t>
            </a:r>
            <a:endParaRPr sz="1000">
              <a:solidFill>
                <a:schemeClr val="lt1"/>
              </a:solidFill>
              <a:latin typeface="Inter"/>
              <a:ea typeface="Inter"/>
              <a:cs typeface="Inter"/>
              <a:sym typeface="Inter"/>
            </a:endParaRPr>
          </a:p>
        </p:txBody>
      </p:sp>
      <p:sp>
        <p:nvSpPr>
          <p:cNvPr id="1041" name="Google Shape;1041;p110"/>
          <p:cNvSpPr txBox="1"/>
          <p:nvPr/>
        </p:nvSpPr>
        <p:spPr>
          <a:xfrm>
            <a:off x="4645100" y="2836125"/>
            <a:ext cx="1938600" cy="215400"/>
          </a:xfrm>
          <a:prstGeom prst="rect">
            <a:avLst/>
          </a:prstGeom>
          <a:noFill/>
          <a:ln>
            <a:noFill/>
          </a:ln>
        </p:spPr>
        <p:txBody>
          <a:bodyPr anchorCtr="0" anchor="t" bIns="0" lIns="0" spcFirstLastPara="1" rIns="0" wrap="square" tIns="0">
            <a:spAutoFit/>
          </a:bodyPr>
          <a:lstStyle/>
          <a:p>
            <a:pPr indent="0" lvl="0" marL="0" rtl="0" algn="ctr">
              <a:lnSpc>
                <a:spcPct val="115000"/>
              </a:lnSpc>
              <a:spcBef>
                <a:spcPts val="0"/>
              </a:spcBef>
              <a:spcAft>
                <a:spcPts val="0"/>
              </a:spcAft>
              <a:buNone/>
            </a:pPr>
            <a:r>
              <a:rPr b="1" lang="en">
                <a:solidFill>
                  <a:schemeClr val="lt1"/>
                </a:solidFill>
                <a:latin typeface="Inter"/>
                <a:ea typeface="Inter"/>
                <a:cs typeface="Inter"/>
                <a:sym typeface="Inter"/>
              </a:rPr>
              <a:t>Lorem Ipsum</a:t>
            </a:r>
            <a:endParaRPr b="1">
              <a:solidFill>
                <a:schemeClr val="lt1"/>
              </a:solidFill>
              <a:latin typeface="Inter"/>
              <a:ea typeface="Inter"/>
              <a:cs typeface="Inter"/>
              <a:sym typeface="Inter"/>
            </a:endParaRPr>
          </a:p>
        </p:txBody>
      </p:sp>
      <p:sp>
        <p:nvSpPr>
          <p:cNvPr id="1042" name="Google Shape;1042;p110"/>
          <p:cNvSpPr txBox="1"/>
          <p:nvPr/>
        </p:nvSpPr>
        <p:spPr>
          <a:xfrm>
            <a:off x="4645100" y="3127725"/>
            <a:ext cx="1938600" cy="330900"/>
          </a:xfrm>
          <a:prstGeom prst="rect">
            <a:avLst/>
          </a:prstGeom>
          <a:noFill/>
          <a:ln>
            <a:noFill/>
          </a:ln>
        </p:spPr>
        <p:txBody>
          <a:bodyPr anchorCtr="0" anchor="t" bIns="0" lIns="0" spcFirstLastPara="1" rIns="0" wrap="square" tIns="0">
            <a:spAutoFit/>
          </a:bodyPr>
          <a:lstStyle/>
          <a:p>
            <a:pPr indent="0" lvl="0" marL="0" rtl="0" algn="ctr">
              <a:lnSpc>
                <a:spcPct val="115000"/>
              </a:lnSpc>
              <a:spcBef>
                <a:spcPts val="0"/>
              </a:spcBef>
              <a:spcAft>
                <a:spcPts val="0"/>
              </a:spcAft>
              <a:buNone/>
            </a:pPr>
            <a:r>
              <a:rPr lang="en" sz="1000">
                <a:solidFill>
                  <a:schemeClr val="lt1"/>
                </a:solidFill>
                <a:latin typeface="Inter"/>
                <a:ea typeface="Inter"/>
                <a:cs typeface="Inter"/>
                <a:sym typeface="Inter"/>
              </a:rPr>
              <a:t>Description of the text, text of the description</a:t>
            </a:r>
            <a:endParaRPr sz="1000">
              <a:solidFill>
                <a:schemeClr val="lt1"/>
              </a:solidFill>
              <a:latin typeface="Inter"/>
              <a:ea typeface="Inter"/>
              <a:cs typeface="Inter"/>
              <a:sym typeface="Inter"/>
            </a:endParaRPr>
          </a:p>
        </p:txBody>
      </p:sp>
      <p:cxnSp>
        <p:nvCxnSpPr>
          <p:cNvPr id="1043" name="Google Shape;1043;p110"/>
          <p:cNvCxnSpPr/>
          <p:nvPr/>
        </p:nvCxnSpPr>
        <p:spPr>
          <a:xfrm>
            <a:off x="475650" y="2226525"/>
            <a:ext cx="8192700" cy="0"/>
          </a:xfrm>
          <a:prstGeom prst="straightConnector1">
            <a:avLst/>
          </a:prstGeom>
          <a:noFill/>
          <a:ln cap="flat" cmpd="sng" w="28575">
            <a:solidFill>
              <a:schemeClr val="lt2"/>
            </a:solidFill>
            <a:prstDash val="solid"/>
            <a:round/>
            <a:headEnd len="med" w="med" type="none"/>
            <a:tailEnd len="med" w="med" type="none"/>
          </a:ln>
        </p:spPr>
      </p:cxnSp>
      <p:sp>
        <p:nvSpPr>
          <p:cNvPr id="1044" name="Google Shape;1044;p110"/>
          <p:cNvSpPr/>
          <p:nvPr/>
        </p:nvSpPr>
        <p:spPr>
          <a:xfrm>
            <a:off x="429750" y="2180775"/>
            <a:ext cx="91500" cy="915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 name="Google Shape;1045;p110"/>
          <p:cNvSpPr/>
          <p:nvPr/>
        </p:nvSpPr>
        <p:spPr>
          <a:xfrm>
            <a:off x="8622750" y="2180775"/>
            <a:ext cx="91500" cy="915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 name="Google Shape;1046;p110"/>
          <p:cNvSpPr/>
          <p:nvPr/>
        </p:nvSpPr>
        <p:spPr>
          <a:xfrm>
            <a:off x="1033350" y="1815075"/>
            <a:ext cx="822900" cy="822900"/>
          </a:xfrm>
          <a:prstGeom prst="ellipse">
            <a:avLst/>
          </a:prstGeom>
          <a:solidFill>
            <a:srgbClr val="9898A8"/>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 sz="1200">
                <a:solidFill>
                  <a:schemeClr val="dk1"/>
                </a:solidFill>
                <a:latin typeface="Inter"/>
                <a:ea typeface="Inter"/>
                <a:cs typeface="Inter"/>
                <a:sym typeface="Inter"/>
              </a:rPr>
              <a:t>2022</a:t>
            </a:r>
            <a:endParaRPr b="1" sz="1200">
              <a:solidFill>
                <a:schemeClr val="dk1"/>
              </a:solidFill>
              <a:latin typeface="Inter"/>
              <a:ea typeface="Inter"/>
              <a:cs typeface="Inter"/>
              <a:sym typeface="Inter"/>
            </a:endParaRPr>
          </a:p>
        </p:txBody>
      </p:sp>
      <p:sp>
        <p:nvSpPr>
          <p:cNvPr id="1047" name="Google Shape;1047;p110"/>
          <p:cNvSpPr/>
          <p:nvPr/>
        </p:nvSpPr>
        <p:spPr>
          <a:xfrm>
            <a:off x="5202950" y="1815075"/>
            <a:ext cx="822900" cy="822900"/>
          </a:xfrm>
          <a:prstGeom prst="ellipse">
            <a:avLst/>
          </a:prstGeom>
          <a:solidFill>
            <a:srgbClr val="9898A8"/>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 sz="1200">
                <a:solidFill>
                  <a:schemeClr val="dk1"/>
                </a:solidFill>
                <a:latin typeface="Inter"/>
                <a:ea typeface="Inter"/>
                <a:cs typeface="Inter"/>
                <a:sym typeface="Inter"/>
              </a:rPr>
              <a:t>2024</a:t>
            </a:r>
            <a:endParaRPr b="1" sz="1200">
              <a:solidFill>
                <a:schemeClr val="dk1"/>
              </a:solidFill>
              <a:latin typeface="Inter"/>
              <a:ea typeface="Inter"/>
              <a:cs typeface="Inter"/>
              <a:sym typeface="Inter"/>
            </a:endParaRPr>
          </a:p>
        </p:txBody>
      </p:sp>
      <p:sp>
        <p:nvSpPr>
          <p:cNvPr id="1048" name="Google Shape;1048;p110"/>
          <p:cNvSpPr/>
          <p:nvPr/>
        </p:nvSpPr>
        <p:spPr>
          <a:xfrm>
            <a:off x="3118150" y="1815075"/>
            <a:ext cx="822900" cy="822900"/>
          </a:xfrm>
          <a:prstGeom prst="ellipse">
            <a:avLst/>
          </a:prstGeom>
          <a:solidFill>
            <a:srgbClr val="9898A8"/>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 sz="1200">
                <a:solidFill>
                  <a:schemeClr val="dk1"/>
                </a:solidFill>
                <a:latin typeface="Inter"/>
                <a:ea typeface="Inter"/>
                <a:cs typeface="Inter"/>
                <a:sym typeface="Inter"/>
              </a:rPr>
              <a:t>2023</a:t>
            </a:r>
            <a:endParaRPr b="1" sz="1200">
              <a:solidFill>
                <a:schemeClr val="dk1"/>
              </a:solidFill>
              <a:latin typeface="Inter"/>
              <a:ea typeface="Inter"/>
              <a:cs typeface="Inter"/>
              <a:sym typeface="Inter"/>
            </a:endParaRPr>
          </a:p>
        </p:txBody>
      </p:sp>
      <p:sp>
        <p:nvSpPr>
          <p:cNvPr id="1049" name="Google Shape;1049;p110"/>
          <p:cNvSpPr/>
          <p:nvPr/>
        </p:nvSpPr>
        <p:spPr>
          <a:xfrm>
            <a:off x="7287750" y="1815075"/>
            <a:ext cx="822900" cy="822900"/>
          </a:xfrm>
          <a:prstGeom prst="ellipse">
            <a:avLst/>
          </a:prstGeom>
          <a:solidFill>
            <a:schemeClr val="dk2"/>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 sz="1200">
                <a:solidFill>
                  <a:schemeClr val="dk1"/>
                </a:solidFill>
                <a:latin typeface="Inter"/>
                <a:ea typeface="Inter"/>
                <a:cs typeface="Inter"/>
                <a:sym typeface="Inter"/>
              </a:rPr>
              <a:t>2025</a:t>
            </a:r>
            <a:endParaRPr b="1" sz="1200">
              <a:solidFill>
                <a:schemeClr val="dk1"/>
              </a:solidFill>
              <a:latin typeface="Inter"/>
              <a:ea typeface="Inter"/>
              <a:cs typeface="Inter"/>
              <a:sym typeface="Inte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118"/>
          <p:cNvSpPr txBox="1"/>
          <p:nvPr>
            <p:ph type="title"/>
          </p:nvPr>
        </p:nvSpPr>
        <p:spPr>
          <a:xfrm>
            <a:off x="457200" y="44545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Code</a:t>
            </a:r>
            <a:endParaRPr/>
          </a:p>
        </p:txBody>
      </p:sp>
      <p:sp>
        <p:nvSpPr>
          <p:cNvPr id="1158" name="Google Shape;1158;p118"/>
          <p:cNvSpPr txBox="1"/>
          <p:nvPr>
            <p:ph idx="1" type="body"/>
          </p:nvPr>
        </p:nvSpPr>
        <p:spPr>
          <a:xfrm>
            <a:off x="654700" y="1301900"/>
            <a:ext cx="7815600" cy="3069300"/>
          </a:xfrm>
          <a:prstGeom prst="rect">
            <a:avLst/>
          </a:prstGeom>
        </p:spPr>
        <p:txBody>
          <a:bodyPr anchorCtr="0" anchor="ctr" bIns="0" lIns="0" spcFirstLastPara="1" rIns="0" wrap="square" tIns="0">
            <a:normAutofit/>
          </a:bodyPr>
          <a:lstStyle/>
          <a:p>
            <a:pPr indent="0" lvl="0" marL="0" rtl="0" algn="l">
              <a:lnSpc>
                <a:spcPct val="150000"/>
              </a:lnSpc>
              <a:spcBef>
                <a:spcPts val="0"/>
              </a:spcBef>
              <a:spcAft>
                <a:spcPts val="0"/>
              </a:spcAft>
              <a:buNone/>
            </a:pPr>
            <a:r>
              <a:rPr lang="en" sz="900">
                <a:solidFill>
                  <a:schemeClr val="dk2"/>
                </a:solidFill>
                <a:latin typeface="Fira Code Light"/>
                <a:ea typeface="Fira Code Light"/>
                <a:cs typeface="Fira Code Light"/>
                <a:sym typeface="Fira Code Light"/>
              </a:rPr>
              <a:t>@contextmanager</a:t>
            </a:r>
            <a:endParaRPr sz="900">
              <a:solidFill>
                <a:schemeClr val="dk2"/>
              </a:solidFill>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chemeClr val="accent6"/>
                </a:solidFill>
                <a:latin typeface="Fira Code Light"/>
                <a:ea typeface="Fira Code Light"/>
                <a:cs typeface="Fira Code Light"/>
                <a:sym typeface="Fira Code Light"/>
              </a:rPr>
              <a:t>def</a:t>
            </a:r>
            <a:r>
              <a:rPr lang="en" sz="900">
                <a:solidFill>
                  <a:schemeClr val="accent3"/>
                </a:solidFill>
                <a:latin typeface="Fira Code Light"/>
                <a:ea typeface="Fira Code Light"/>
                <a:cs typeface="Fira Code Light"/>
                <a:sym typeface="Fira Code Light"/>
              </a:rPr>
              <a:t> </a:t>
            </a:r>
            <a:r>
              <a:rPr lang="en" sz="900">
                <a:solidFill>
                  <a:schemeClr val="dk2"/>
                </a:solidFill>
                <a:latin typeface="Fira Code Light"/>
                <a:ea typeface="Fira Code Light"/>
                <a:cs typeface="Fira Code Light"/>
                <a:sym typeface="Fira Code Light"/>
              </a:rPr>
              <a:t>create_agent</a:t>
            </a:r>
            <a:r>
              <a:rPr lang="en" sz="900">
                <a:latin typeface="Fira Code Light"/>
                <a:ea typeface="Fira Code Light"/>
                <a:cs typeface="Fira Code Light"/>
                <a:sym typeface="Fira Code Light"/>
              </a:rPr>
              <a:t>(</a:t>
            </a:r>
            <a:r>
              <a:rPr lang="en" sz="900">
                <a:solidFill>
                  <a:schemeClr val="accent6"/>
                </a:solidFill>
                <a:latin typeface="Fira Code Light"/>
                <a:ea typeface="Fira Code Light"/>
                <a:cs typeface="Fira Code Light"/>
                <a:sym typeface="Fira Code Light"/>
              </a:rPr>
              <a:t>api_key</a:t>
            </a:r>
            <a:r>
              <a:rPr lang="en" sz="900">
                <a:latin typeface="Fira Code Light"/>
                <a:ea typeface="Fira Code Light"/>
                <a:cs typeface="Fira Code Light"/>
                <a:sym typeface="Fira Code Light"/>
              </a:rPr>
              <a:t>)</a:t>
            </a:r>
            <a:r>
              <a:rPr lang="en" sz="900">
                <a:solidFill>
                  <a:schemeClr val="accent3"/>
                </a:solidFill>
                <a:latin typeface="Fira Code Light"/>
                <a:ea typeface="Fira Code Light"/>
                <a:cs typeface="Fira Code Light"/>
                <a:sym typeface="Fira Code Light"/>
              </a:rPr>
              <a:t>:</a:t>
            </a:r>
            <a:endParaRPr sz="900">
              <a:solidFill>
                <a:schemeClr val="accent3"/>
              </a:solidFill>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rgbClr val="000000"/>
                </a:solidFill>
                <a:latin typeface="Fira Code Light"/>
                <a:ea typeface="Fira Code Light"/>
                <a:cs typeface="Fira Code Light"/>
                <a:sym typeface="Fira Code Light"/>
              </a:rPr>
              <a:t>  </a:t>
            </a:r>
            <a:r>
              <a:rPr lang="en" sz="900">
                <a:solidFill>
                  <a:schemeClr val="accent3"/>
                </a:solidFill>
                <a:latin typeface="Fira Code Light"/>
                <a:ea typeface="Fira Code Light"/>
                <a:cs typeface="Fira Code Light"/>
                <a:sym typeface="Fira Code Light"/>
              </a:rPr>
              <a:t> </a:t>
            </a:r>
            <a:r>
              <a:rPr lang="en" sz="900">
                <a:solidFill>
                  <a:schemeClr val="accent6"/>
                </a:solidFill>
                <a:latin typeface="Fira Code Light"/>
                <a:ea typeface="Fira Code Light"/>
                <a:cs typeface="Fira Code Light"/>
                <a:sym typeface="Fira Code Light"/>
              </a:rPr>
              <a:t>model</a:t>
            </a:r>
            <a:r>
              <a:rPr lang="en" sz="900">
                <a:solidFill>
                  <a:schemeClr val="accent3"/>
                </a:solidFill>
                <a:latin typeface="Fira Code Light"/>
                <a:ea typeface="Fira Code Light"/>
                <a:cs typeface="Fira Code Light"/>
                <a:sym typeface="Fira Code Light"/>
              </a:rPr>
              <a:t> </a:t>
            </a:r>
            <a:r>
              <a:rPr lang="en" sz="900">
                <a:latin typeface="Fira Code Light"/>
                <a:ea typeface="Fira Code Light"/>
                <a:cs typeface="Fira Code Light"/>
                <a:sym typeface="Fira Code Light"/>
              </a:rPr>
              <a:t>= ClaudeModel(</a:t>
            </a:r>
            <a:r>
              <a:rPr lang="en" sz="900">
                <a:solidFill>
                  <a:schemeClr val="accent6"/>
                </a:solidFill>
                <a:latin typeface="Fira Code Light"/>
                <a:ea typeface="Fira Code Light"/>
                <a:cs typeface="Fira Code Light"/>
                <a:sym typeface="Fira Code Light"/>
              </a:rPr>
              <a:t>client_args</a:t>
            </a:r>
            <a:r>
              <a:rPr lang="en" sz="900">
                <a:latin typeface="Fira Code Light"/>
                <a:ea typeface="Fira Code Light"/>
                <a:cs typeface="Fira Code Light"/>
                <a:sym typeface="Fira Code Light"/>
              </a:rPr>
              <a:t>={</a:t>
            </a:r>
            <a:r>
              <a:rPr lang="en" sz="900">
                <a:solidFill>
                  <a:schemeClr val="accent4"/>
                </a:solidFill>
                <a:latin typeface="Fira Code Light"/>
                <a:ea typeface="Fira Code Light"/>
                <a:cs typeface="Fira Code Light"/>
                <a:sym typeface="Fira Code Light"/>
              </a:rPr>
              <a:t>"api_key"</a:t>
            </a:r>
            <a:r>
              <a:rPr lang="en" sz="900">
                <a:latin typeface="Fira Code Light"/>
                <a:ea typeface="Fira Code Light"/>
                <a:cs typeface="Fira Code Light"/>
                <a:sym typeface="Fira Code Light"/>
              </a:rPr>
              <a:t>:</a:t>
            </a:r>
            <a:r>
              <a:rPr lang="en" sz="900">
                <a:solidFill>
                  <a:schemeClr val="accent3"/>
                </a:solidFill>
                <a:latin typeface="Fira Code Light"/>
                <a:ea typeface="Fira Code Light"/>
                <a:cs typeface="Fira Code Light"/>
                <a:sym typeface="Fira Code Light"/>
              </a:rPr>
              <a:t> </a:t>
            </a:r>
            <a:r>
              <a:rPr lang="en" sz="900">
                <a:solidFill>
                  <a:schemeClr val="accent6"/>
                </a:solidFill>
                <a:latin typeface="Fira Code Light"/>
                <a:ea typeface="Fira Code Light"/>
                <a:cs typeface="Fira Code Light"/>
                <a:sym typeface="Fira Code Light"/>
              </a:rPr>
              <a:t>api_key</a:t>
            </a:r>
            <a:r>
              <a:rPr lang="en" sz="900">
                <a:latin typeface="Fira Code Light"/>
                <a:ea typeface="Fira Code Light"/>
                <a:cs typeface="Fira Code Light"/>
                <a:sym typeface="Fira Code Light"/>
              </a:rPr>
              <a:t>},</a:t>
            </a:r>
            <a:r>
              <a:rPr lang="en" sz="900">
                <a:solidFill>
                  <a:srgbClr val="000000"/>
                </a:solidFill>
                <a:latin typeface="Fira Code Light"/>
                <a:ea typeface="Fira Code Light"/>
                <a:cs typeface="Fira Code Light"/>
                <a:sym typeface="Fira Code Light"/>
              </a:rPr>
              <a:t> </a:t>
            </a:r>
            <a:r>
              <a:rPr lang="en" sz="900">
                <a:solidFill>
                  <a:schemeClr val="accent6"/>
                </a:solidFill>
                <a:latin typeface="Fira Code Light"/>
                <a:ea typeface="Fira Code Light"/>
                <a:cs typeface="Fira Code Light"/>
                <a:sym typeface="Fira Code Light"/>
              </a:rPr>
              <a:t>model_id</a:t>
            </a:r>
            <a:r>
              <a:rPr lang="en" sz="900">
                <a:latin typeface="Fira Code Light"/>
                <a:ea typeface="Fira Code Light"/>
                <a:cs typeface="Fira Code Light"/>
                <a:sym typeface="Fira Code Light"/>
              </a:rPr>
              <a:t>=</a:t>
            </a:r>
            <a:r>
              <a:rPr lang="en" sz="900">
                <a:solidFill>
                  <a:schemeClr val="accent4"/>
                </a:solidFill>
                <a:latin typeface="Fira Code Light"/>
                <a:ea typeface="Fira Code Light"/>
                <a:cs typeface="Fira Code Light"/>
                <a:sym typeface="Fira Code Light"/>
              </a:rPr>
              <a:t>"claude-3-5-sonnet-20240620"</a:t>
            </a:r>
            <a:r>
              <a:rPr lang="en" sz="900">
                <a:latin typeface="Fira Code Light"/>
                <a:ea typeface="Fira Code Light"/>
                <a:cs typeface="Fira Code Light"/>
                <a:sym typeface="Fira Code Light"/>
              </a:rPr>
              <a:t>)</a:t>
            </a:r>
            <a:endParaRPr sz="900">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rgbClr val="000000"/>
                </a:solidFill>
                <a:latin typeface="Fira Code Light"/>
                <a:ea typeface="Fira Code Light"/>
                <a:cs typeface="Fira Code Light"/>
                <a:sym typeface="Fira Code Light"/>
              </a:rPr>
              <a:t>  </a:t>
            </a:r>
            <a:r>
              <a:rPr lang="en" sz="900">
                <a:solidFill>
                  <a:schemeClr val="accent3"/>
                </a:solidFill>
                <a:latin typeface="Fira Code Light"/>
                <a:ea typeface="Fira Code Light"/>
                <a:cs typeface="Fira Code Light"/>
                <a:sym typeface="Fira Code Light"/>
              </a:rPr>
              <a:t> </a:t>
            </a:r>
            <a:r>
              <a:rPr lang="en" sz="900">
                <a:solidFill>
                  <a:schemeClr val="accent6"/>
                </a:solidFill>
                <a:latin typeface="Fira Code Light"/>
                <a:ea typeface="Fira Code Light"/>
                <a:cs typeface="Fira Code Light"/>
                <a:sym typeface="Fira Code Light"/>
              </a:rPr>
              <a:t>mcp</a:t>
            </a:r>
            <a:r>
              <a:rPr lang="en" sz="900">
                <a:solidFill>
                  <a:schemeClr val="accent3"/>
                </a:solidFill>
                <a:latin typeface="Fira Code Light"/>
                <a:ea typeface="Fira Code Light"/>
                <a:cs typeface="Fira Code Light"/>
                <a:sym typeface="Fira Code Light"/>
              </a:rPr>
              <a:t> </a:t>
            </a:r>
            <a:r>
              <a:rPr lang="en" sz="900">
                <a:latin typeface="Fira Code Light"/>
                <a:ea typeface="Fira Code Light"/>
                <a:cs typeface="Fira Code Light"/>
                <a:sym typeface="Fira Code Light"/>
              </a:rPr>
              <a:t>=</a:t>
            </a:r>
            <a:r>
              <a:rPr lang="en" sz="900">
                <a:solidFill>
                  <a:schemeClr val="accent3"/>
                </a:solidFill>
                <a:latin typeface="Fira Code Light"/>
                <a:ea typeface="Fira Code Light"/>
                <a:cs typeface="Fira Code Light"/>
                <a:sym typeface="Fira Code Light"/>
              </a:rPr>
              <a:t> </a:t>
            </a:r>
            <a:r>
              <a:rPr lang="en" sz="900">
                <a:solidFill>
                  <a:schemeClr val="accent6"/>
                </a:solidFill>
                <a:latin typeface="Fira Code Light"/>
                <a:ea typeface="Fira Code Light"/>
                <a:cs typeface="Fira Code Light"/>
                <a:sym typeface="Fira Code Light"/>
              </a:rPr>
              <a:t>lambda</a:t>
            </a:r>
            <a:r>
              <a:rPr lang="en" sz="900">
                <a:latin typeface="Fira Code Light"/>
                <a:ea typeface="Fira Code Light"/>
                <a:cs typeface="Fira Code Light"/>
                <a:sym typeface="Fira Code Light"/>
              </a:rPr>
              <a:t>: streamablehttp_client(</a:t>
            </a:r>
            <a:r>
              <a:rPr lang="en" sz="900">
                <a:solidFill>
                  <a:schemeClr val="accent4"/>
                </a:solidFill>
                <a:latin typeface="Fira Code Light"/>
                <a:ea typeface="Fira Code Light"/>
                <a:cs typeface="Fira Code Light"/>
                <a:sym typeface="Fira Code Light"/>
              </a:rPr>
              <a:t>"http://localhost:8001/mcp"</a:t>
            </a:r>
            <a:r>
              <a:rPr lang="en" sz="900">
                <a:latin typeface="Fira Code Light"/>
                <a:ea typeface="Fira Code Light"/>
                <a:cs typeface="Fira Code Light"/>
                <a:sym typeface="Fira Code Light"/>
              </a:rPr>
              <a:t>)</a:t>
            </a:r>
            <a:endParaRPr sz="900">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rgbClr val="000000"/>
                </a:solidFill>
                <a:latin typeface="Fira Code Light"/>
                <a:ea typeface="Fira Code Light"/>
                <a:cs typeface="Fira Code Light"/>
                <a:sym typeface="Fira Code Light"/>
              </a:rPr>
              <a:t>  </a:t>
            </a:r>
            <a:r>
              <a:rPr lang="en" sz="900">
                <a:solidFill>
                  <a:schemeClr val="accent1"/>
                </a:solidFill>
                <a:latin typeface="Fira Code Light"/>
                <a:ea typeface="Fira Code Light"/>
                <a:cs typeface="Fira Code Light"/>
                <a:sym typeface="Fira Code Light"/>
              </a:rPr>
              <a:t> </a:t>
            </a:r>
            <a:r>
              <a:rPr lang="en" sz="900">
                <a:solidFill>
                  <a:srgbClr val="9898A8"/>
                </a:solidFill>
                <a:latin typeface="Fira Code Light"/>
                <a:ea typeface="Fira Code Light"/>
                <a:cs typeface="Fira Code Light"/>
                <a:sym typeface="Fira Code Light"/>
              </a:rPr>
              <a:t>with</a:t>
            </a:r>
            <a:r>
              <a:rPr lang="en" sz="900">
                <a:solidFill>
                  <a:srgbClr val="000000"/>
                </a:solidFill>
                <a:latin typeface="Fira Code Light"/>
                <a:ea typeface="Fira Code Light"/>
                <a:cs typeface="Fira Code Light"/>
                <a:sym typeface="Fira Code Light"/>
              </a:rPr>
              <a:t> </a:t>
            </a:r>
            <a:r>
              <a:rPr lang="en" sz="900">
                <a:latin typeface="Fira Code Light"/>
                <a:ea typeface="Fira Code Light"/>
                <a:cs typeface="Fira Code Light"/>
                <a:sym typeface="Fira Code Light"/>
              </a:rPr>
              <a:t>MCPClient(</a:t>
            </a:r>
            <a:r>
              <a:rPr lang="en" sz="900">
                <a:solidFill>
                  <a:schemeClr val="accent6"/>
                </a:solidFill>
                <a:latin typeface="Fira Code Light"/>
                <a:ea typeface="Fira Code Light"/>
                <a:cs typeface="Fira Code Light"/>
                <a:sym typeface="Fira Code Light"/>
              </a:rPr>
              <a:t>mcp</a:t>
            </a:r>
            <a:r>
              <a:rPr lang="en" sz="900">
                <a:latin typeface="Fira Code Light"/>
                <a:ea typeface="Fira Code Light"/>
                <a:cs typeface="Fira Code Light"/>
                <a:sym typeface="Fira Code Light"/>
              </a:rPr>
              <a:t>)</a:t>
            </a:r>
            <a:r>
              <a:rPr lang="en" sz="900">
                <a:solidFill>
                  <a:srgbClr val="000000"/>
                </a:solidFill>
                <a:latin typeface="Fira Code Light"/>
                <a:ea typeface="Fira Code Light"/>
                <a:cs typeface="Fira Code Light"/>
                <a:sym typeface="Fira Code Light"/>
              </a:rPr>
              <a:t> </a:t>
            </a:r>
            <a:r>
              <a:rPr lang="en" sz="900">
                <a:solidFill>
                  <a:srgbClr val="9898A8"/>
                </a:solidFill>
                <a:latin typeface="Fira Code Light"/>
                <a:ea typeface="Fira Code Light"/>
                <a:cs typeface="Fira Code Light"/>
                <a:sym typeface="Fira Code Light"/>
              </a:rPr>
              <a:t>as</a:t>
            </a:r>
            <a:r>
              <a:rPr lang="en" sz="900">
                <a:solidFill>
                  <a:srgbClr val="000000"/>
                </a:solidFill>
                <a:latin typeface="Fira Code Light"/>
                <a:ea typeface="Fira Code Light"/>
                <a:cs typeface="Fira Code Light"/>
                <a:sym typeface="Fira Code Light"/>
              </a:rPr>
              <a:t> </a:t>
            </a:r>
            <a:r>
              <a:rPr lang="en" sz="900">
                <a:solidFill>
                  <a:schemeClr val="accent6"/>
                </a:solidFill>
                <a:latin typeface="Fira Code Light"/>
                <a:ea typeface="Fira Code Light"/>
                <a:cs typeface="Fira Code Light"/>
                <a:sym typeface="Fira Code Light"/>
              </a:rPr>
              <a:t>svc</a:t>
            </a:r>
            <a:r>
              <a:rPr lang="en" sz="900">
                <a:latin typeface="Fira Code Light"/>
                <a:ea typeface="Fira Code Light"/>
                <a:cs typeface="Fira Code Light"/>
                <a:sym typeface="Fira Code Light"/>
              </a:rPr>
              <a:t>:</a:t>
            </a:r>
            <a:endParaRPr sz="900">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rgbClr val="000000"/>
                </a:solidFill>
                <a:latin typeface="Fira Code Light"/>
                <a:ea typeface="Fira Code Light"/>
                <a:cs typeface="Fira Code Light"/>
                <a:sym typeface="Fira Code Light"/>
              </a:rPr>
              <a:t>     </a:t>
            </a:r>
            <a:r>
              <a:rPr lang="en" sz="900">
                <a:solidFill>
                  <a:schemeClr val="accent1"/>
                </a:solidFill>
                <a:latin typeface="Fira Code Light"/>
                <a:ea typeface="Fira Code Light"/>
                <a:cs typeface="Fira Code Light"/>
                <a:sym typeface="Fira Code Light"/>
              </a:rPr>
              <a:t>  </a:t>
            </a:r>
            <a:r>
              <a:rPr lang="en" sz="900">
                <a:solidFill>
                  <a:srgbClr val="9898A8"/>
                </a:solidFill>
                <a:latin typeface="Fira Code Light"/>
                <a:ea typeface="Fira Code Light"/>
                <a:cs typeface="Fira Code Light"/>
                <a:sym typeface="Fira Code Light"/>
              </a:rPr>
              <a:t>yield</a:t>
            </a:r>
            <a:r>
              <a:rPr lang="en" sz="900">
                <a:solidFill>
                  <a:srgbClr val="000000"/>
                </a:solidFill>
                <a:latin typeface="Fira Code Light"/>
                <a:ea typeface="Fira Code Light"/>
                <a:cs typeface="Fira Code Light"/>
                <a:sym typeface="Fira Code Light"/>
              </a:rPr>
              <a:t> </a:t>
            </a:r>
            <a:r>
              <a:rPr lang="en" sz="900">
                <a:latin typeface="Fira Code Light"/>
                <a:ea typeface="Fira Code Light"/>
                <a:cs typeface="Fira Code Light"/>
                <a:sym typeface="Fira Code Light"/>
              </a:rPr>
              <a:t>Agent(</a:t>
            </a:r>
            <a:endParaRPr sz="900">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rgbClr val="000000"/>
                </a:solidFill>
                <a:latin typeface="Fira Code Light"/>
                <a:ea typeface="Fira Code Light"/>
                <a:cs typeface="Fira Code Light"/>
                <a:sym typeface="Fira Code Light"/>
              </a:rPr>
              <a:t>           </a:t>
            </a:r>
            <a:r>
              <a:rPr lang="en" sz="900">
                <a:solidFill>
                  <a:schemeClr val="accent6"/>
                </a:solidFill>
                <a:latin typeface="Fira Code Light"/>
                <a:ea typeface="Fira Code Light"/>
                <a:cs typeface="Fira Code Light"/>
                <a:sym typeface="Fira Code Light"/>
              </a:rPr>
              <a:t>model</a:t>
            </a:r>
            <a:r>
              <a:rPr lang="en" sz="900">
                <a:latin typeface="Fira Code Light"/>
                <a:ea typeface="Fira Code Light"/>
                <a:cs typeface="Fira Code Light"/>
                <a:sym typeface="Fira Code Light"/>
              </a:rPr>
              <a:t>=</a:t>
            </a:r>
            <a:r>
              <a:rPr lang="en" sz="900">
                <a:solidFill>
                  <a:schemeClr val="accent6"/>
                </a:solidFill>
                <a:latin typeface="Fira Code Light"/>
                <a:ea typeface="Fira Code Light"/>
                <a:cs typeface="Fira Code Light"/>
                <a:sym typeface="Fira Code Light"/>
              </a:rPr>
              <a:t>model</a:t>
            </a:r>
            <a:r>
              <a:rPr lang="en" sz="900">
                <a:latin typeface="Fira Code Light"/>
                <a:ea typeface="Fira Code Light"/>
                <a:cs typeface="Fira Code Light"/>
                <a:sym typeface="Fira Code Light"/>
              </a:rPr>
              <a:t>,</a:t>
            </a:r>
            <a:endParaRPr sz="900">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rgbClr val="000000"/>
                </a:solidFill>
                <a:latin typeface="Fira Code Light"/>
                <a:ea typeface="Fira Code Light"/>
                <a:cs typeface="Fira Code Light"/>
                <a:sym typeface="Fira Code Light"/>
              </a:rPr>
              <a:t>          </a:t>
            </a:r>
            <a:r>
              <a:rPr lang="en" sz="900">
                <a:solidFill>
                  <a:schemeClr val="accent3"/>
                </a:solidFill>
                <a:latin typeface="Fira Code Light"/>
                <a:ea typeface="Fira Code Light"/>
                <a:cs typeface="Fira Code Light"/>
                <a:sym typeface="Fira Code Light"/>
              </a:rPr>
              <a:t> </a:t>
            </a:r>
            <a:r>
              <a:rPr lang="en" sz="900">
                <a:solidFill>
                  <a:schemeClr val="accent6"/>
                </a:solidFill>
                <a:latin typeface="Fira Code Light"/>
                <a:ea typeface="Fira Code Light"/>
                <a:cs typeface="Fira Code Light"/>
                <a:sym typeface="Fira Code Light"/>
              </a:rPr>
              <a:t>tools</a:t>
            </a:r>
            <a:r>
              <a:rPr lang="en" sz="900">
                <a:latin typeface="Fira Code Light"/>
                <a:ea typeface="Fira Code Light"/>
                <a:cs typeface="Fira Code Light"/>
                <a:sym typeface="Fira Code Light"/>
              </a:rPr>
              <a:t>=[</a:t>
            </a:r>
            <a:endParaRPr sz="900">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chemeClr val="accent5"/>
                </a:solidFill>
                <a:latin typeface="Fira Code Light"/>
                <a:ea typeface="Fira Code Light"/>
                <a:cs typeface="Fira Code Light"/>
                <a:sym typeface="Fira Code Light"/>
              </a:rPr>
              <a:t>               ## Retrieve background context</a:t>
            </a:r>
            <a:endParaRPr sz="900">
              <a:solidFill>
                <a:schemeClr val="accent5"/>
              </a:solidFill>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rgbClr val="000000"/>
                </a:solidFill>
                <a:latin typeface="Fira Code Light"/>
                <a:ea typeface="Fira Code Light"/>
                <a:cs typeface="Fira Code Light"/>
                <a:sym typeface="Fira Code Light"/>
              </a:rPr>
              <a:t>             </a:t>
            </a:r>
            <a:r>
              <a:rPr lang="en" sz="900">
                <a:latin typeface="Fira Code Light"/>
                <a:ea typeface="Fira Code Light"/>
                <a:cs typeface="Fira Code Light"/>
                <a:sym typeface="Fira Code Light"/>
              </a:rPr>
              <a:t>  retrieve,</a:t>
            </a:r>
            <a:endParaRPr sz="900">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rgbClr val="000000"/>
                </a:solidFill>
                <a:latin typeface="Fira Code Light"/>
                <a:ea typeface="Fira Code Light"/>
                <a:cs typeface="Fira Code Light"/>
                <a:sym typeface="Fira Code Light"/>
              </a:rPr>
              <a:t>              </a:t>
            </a:r>
            <a:r>
              <a:rPr lang="en" sz="900">
                <a:solidFill>
                  <a:schemeClr val="accent2"/>
                </a:solidFill>
                <a:latin typeface="Fira Code Light"/>
                <a:ea typeface="Fira Code Light"/>
                <a:cs typeface="Fira Code Light"/>
                <a:sym typeface="Fira Code Light"/>
              </a:rPr>
              <a:t> </a:t>
            </a:r>
            <a:r>
              <a:rPr lang="en" sz="900">
                <a:solidFill>
                  <a:schemeClr val="accent5"/>
                </a:solidFill>
                <a:latin typeface="Fira Code Light"/>
                <a:ea typeface="Fira Code Light"/>
                <a:cs typeface="Fira Code Light"/>
                <a:sym typeface="Fira Code Light"/>
              </a:rPr>
              <a:t>## The server provides live context of</a:t>
            </a:r>
            <a:endParaRPr sz="900">
              <a:solidFill>
                <a:schemeClr val="accent5"/>
              </a:solidFill>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chemeClr val="accent5"/>
                </a:solidFill>
                <a:latin typeface="Fira Code Light"/>
                <a:ea typeface="Fira Code Light"/>
                <a:cs typeface="Fira Code Light"/>
                <a:sym typeface="Fira Code Light"/>
              </a:rPr>
              <a:t>               ## canonical business objects</a:t>
            </a:r>
            <a:endParaRPr sz="900">
              <a:solidFill>
                <a:schemeClr val="accent5"/>
              </a:solidFill>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rgbClr val="000000"/>
                </a:solidFill>
                <a:latin typeface="Fira Code Light"/>
                <a:ea typeface="Fira Code Light"/>
                <a:cs typeface="Fira Code Light"/>
                <a:sym typeface="Fira Code Light"/>
              </a:rPr>
              <a:t>            </a:t>
            </a:r>
            <a:r>
              <a:rPr lang="en" sz="900">
                <a:latin typeface="Fira Code Light"/>
                <a:ea typeface="Fira Code Light"/>
                <a:cs typeface="Fira Code Light"/>
                <a:sym typeface="Fira Code Light"/>
              </a:rPr>
              <a:t>   *</a:t>
            </a:r>
            <a:r>
              <a:rPr lang="en" sz="900">
                <a:solidFill>
                  <a:schemeClr val="accent6"/>
                </a:solidFill>
                <a:latin typeface="Fira Code Light"/>
                <a:ea typeface="Fira Code Light"/>
                <a:cs typeface="Fira Code Light"/>
                <a:sym typeface="Fira Code Light"/>
              </a:rPr>
              <a:t>svc</a:t>
            </a:r>
            <a:r>
              <a:rPr lang="en" sz="900">
                <a:latin typeface="Fira Code Light"/>
                <a:ea typeface="Fira Code Light"/>
                <a:cs typeface="Fira Code Light"/>
                <a:sym typeface="Fira Code Light"/>
              </a:rPr>
              <a:t>.list_tools_sync()</a:t>
            </a:r>
            <a:endParaRPr sz="900">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chemeClr val="accent5"/>
                </a:solidFill>
                <a:latin typeface="Fira Code Light"/>
                <a:ea typeface="Fira Code Light"/>
                <a:cs typeface="Fira Code Light"/>
                <a:sym typeface="Fira Code Light"/>
              </a:rPr>
              <a:t>               ## Add other tools allowing the agent to take actions</a:t>
            </a:r>
            <a:endParaRPr sz="900">
              <a:solidFill>
                <a:schemeClr val="accent5"/>
              </a:solidFill>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latin typeface="Fira Code Light"/>
                <a:ea typeface="Fira Code Light"/>
                <a:cs typeface="Fira Code Light"/>
                <a:sym typeface="Fira Code Light"/>
              </a:rPr>
              <a:t>           ])</a:t>
            </a:r>
            <a:endParaRPr sz="900">
              <a:solidFill>
                <a:schemeClr val="accent3"/>
              </a:solidFill>
              <a:latin typeface="Fira Code Light"/>
              <a:ea typeface="Fira Code Light"/>
              <a:cs typeface="Fira Code Light"/>
              <a:sym typeface="Fira Code Light"/>
            </a:endParaRPr>
          </a:p>
        </p:txBody>
      </p:sp>
      <p:sp>
        <p:nvSpPr>
          <p:cNvPr id="1159" name="Google Shape;1159;p118"/>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3" name="Shape 1163"/>
        <p:cNvGrpSpPr/>
        <p:nvPr/>
      </p:nvGrpSpPr>
      <p:grpSpPr>
        <a:xfrm>
          <a:off x="0" y="0"/>
          <a:ext cx="0" cy="0"/>
          <a:chOff x="0" y="0"/>
          <a:chExt cx="0" cy="0"/>
        </a:xfrm>
      </p:grpSpPr>
      <p:sp>
        <p:nvSpPr>
          <p:cNvPr id="1164" name="Google Shape;1164;p119"/>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t>‹#›</a:t>
            </a:fld>
            <a:endParaRPr/>
          </a:p>
        </p:txBody>
      </p:sp>
      <p:sp>
        <p:nvSpPr>
          <p:cNvPr id="1165" name="Google Shape;1165;p119"/>
          <p:cNvSpPr txBox="1"/>
          <p:nvPr>
            <p:ph idx="1" type="subTitle"/>
          </p:nvPr>
        </p:nvSpPr>
        <p:spPr>
          <a:xfrm>
            <a:off x="1856225" y="3255275"/>
            <a:ext cx="5431500" cy="1435500"/>
          </a:xfrm>
          <a:prstGeom prst="rect">
            <a:avLst/>
          </a:prstGeom>
        </p:spPr>
        <p:txBody>
          <a:bodyPr anchorCtr="0" anchor="t" bIns="0" lIns="0" spcFirstLastPara="1" rIns="0" wrap="square" tIns="0">
            <a:normAutofit/>
          </a:bodyPr>
          <a:lstStyle/>
          <a:p>
            <a:pPr indent="0" lvl="0" marL="0" rtl="0" algn="ctr">
              <a:spcBef>
                <a:spcPts val="0"/>
              </a:spcBef>
              <a:spcAft>
                <a:spcPts val="0"/>
              </a:spcAft>
              <a:buNone/>
            </a:pPr>
            <a:r>
              <a:rPr lang="en" sz="1200">
                <a:solidFill>
                  <a:schemeClr val="dk1"/>
                </a:solidFill>
              </a:rPr>
              <a:t>Firstname Lastname</a:t>
            </a:r>
            <a:endParaRPr sz="1200">
              <a:solidFill>
                <a:schemeClr val="dk1"/>
              </a:solidFill>
            </a:endParaRPr>
          </a:p>
          <a:p>
            <a:pPr indent="0" lvl="0" marL="0" rtl="0" algn="ctr">
              <a:spcBef>
                <a:spcPts val="400"/>
              </a:spcBef>
              <a:spcAft>
                <a:spcPts val="400"/>
              </a:spcAft>
              <a:buNone/>
            </a:pPr>
            <a:r>
              <a:rPr i="1" lang="en" sz="1000"/>
              <a:t>Job Title</a:t>
            </a:r>
            <a:endParaRPr i="1" sz="1200"/>
          </a:p>
        </p:txBody>
      </p:sp>
      <p:sp>
        <p:nvSpPr>
          <p:cNvPr id="1166" name="Google Shape;1166;p119"/>
          <p:cNvSpPr txBox="1"/>
          <p:nvPr>
            <p:ph type="title"/>
          </p:nvPr>
        </p:nvSpPr>
        <p:spPr>
          <a:xfrm>
            <a:off x="457200" y="2481100"/>
            <a:ext cx="8229600" cy="615600"/>
          </a:xfrm>
          <a:prstGeom prst="rect">
            <a:avLst/>
          </a:prstGeom>
        </p:spPr>
        <p:txBody>
          <a:bodyPr anchorCtr="0" anchor="t" bIns="0" lIns="0" spcFirstLastPara="1" rIns="0" wrap="square" tIns="0">
            <a:spAutoFit/>
          </a:bodyPr>
          <a:lstStyle/>
          <a:p>
            <a:pPr indent="0" lvl="0" marL="0" rtl="0" algn="ctr">
              <a:spcBef>
                <a:spcPts val="0"/>
              </a:spcBef>
              <a:spcAft>
                <a:spcPts val="0"/>
              </a:spcAft>
              <a:buNone/>
            </a:pPr>
            <a:r>
              <a:rPr lang="en"/>
              <a:t>Thank you!</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tycoworks">
  <a:themeElements>
    <a:clrScheme name="tycoworks">
      <a:dk1>
        <a:srgbClr val="FFFFFF"/>
      </a:dk1>
      <a:lt1>
        <a:srgbClr val="1A1A2E"/>
      </a:lt1>
      <a:dk2>
        <a:srgbClr val="7C3AED"/>
      </a:dk2>
      <a:lt2>
        <a:srgbClr val="EDE9FE"/>
      </a:lt2>
      <a:accent1>
        <a:srgbClr val="F59E0B"/>
      </a:accent1>
      <a:accent2>
        <a:srgbClr val="34D399"/>
      </a:accent2>
      <a:accent3>
        <a:srgbClr val="60A5FA"/>
      </a:accent3>
      <a:accent4>
        <a:srgbClr val="7C3AED"/>
      </a:accent4>
      <a:accent5>
        <a:srgbClr val="059669"/>
      </a:accent5>
      <a:accent6>
        <a:srgbClr val="2563EB"/>
      </a:accent6>
      <a:hlink>
        <a:srgbClr val="60A5FA"/>
      </a:hlink>
      <a:folHlink>
        <a:srgbClr val="7C3AE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